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77" r:id="rId4"/>
    <p:sldId id="279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5DE0D-E504-42F3-A81B-DF77FB5AF6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5DE0D-E504-42F3-A81B-DF77FB5AF62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-1"/>
            <a:ext cx="9144000" cy="1538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87"/>
          <a:stretch>
            <a:fillRect/>
          </a:stretch>
        </p:blipFill>
        <p:spPr>
          <a:xfrm>
            <a:off x="7456477" y="204384"/>
            <a:ext cx="1171961" cy="1121051"/>
          </a:xfrm>
          <a:prstGeom prst="rect">
            <a:avLst/>
          </a:prstGeom>
        </p:spPr>
      </p:pic>
      <p:grpSp>
        <p:nvGrpSpPr>
          <p:cNvPr id="32" name="图形 282"/>
          <p:cNvGrpSpPr/>
          <p:nvPr userDrawn="1"/>
        </p:nvGrpSpPr>
        <p:grpSpPr>
          <a:xfrm>
            <a:off x="391442" y="72530"/>
            <a:ext cx="1393650" cy="1393650"/>
            <a:chOff x="5514975" y="2847975"/>
            <a:chExt cx="1164812" cy="1164812"/>
          </a:xfrm>
          <a:solidFill>
            <a:schemeClr val="bg1">
              <a:alpha val="15000"/>
            </a:schemeClr>
          </a:solidFill>
        </p:grpSpPr>
        <p:sp>
          <p:nvSpPr>
            <p:cNvPr id="33" name="任意多边形: 形状 32"/>
            <p:cNvSpPr/>
            <p:nvPr/>
          </p:nvSpPr>
          <p:spPr>
            <a:xfrm>
              <a:off x="5750623" y="2852832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5864352" y="2851213"/>
              <a:ext cx="3810" cy="3810"/>
            </a:xfrm>
            <a:custGeom>
              <a:avLst/>
              <a:gdLst>
                <a:gd name="connsiteX0" fmla="*/ 1905 w 3810"/>
                <a:gd name="connsiteY0" fmla="*/ 3810 h 3810"/>
                <a:gd name="connsiteX1" fmla="*/ 3810 w 3810"/>
                <a:gd name="connsiteY1" fmla="*/ 1905 h 3810"/>
                <a:gd name="connsiteX2" fmla="*/ 1905 w 3810"/>
                <a:gd name="connsiteY2" fmla="*/ 0 h 3810"/>
                <a:gd name="connsiteX3" fmla="*/ 0 w 3810"/>
                <a:gd name="connsiteY3" fmla="*/ 1905 h 3810"/>
                <a:gd name="connsiteX4" fmla="*/ 1905 w 3810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" h="3810">
                  <a:moveTo>
                    <a:pt x="1905" y="3810"/>
                  </a:moveTo>
                  <a:cubicBezTo>
                    <a:pt x="2953" y="3810"/>
                    <a:pt x="3810" y="2953"/>
                    <a:pt x="3810" y="1905"/>
                  </a:cubicBezTo>
                  <a:cubicBezTo>
                    <a:pt x="3810" y="857"/>
                    <a:pt x="2953" y="0"/>
                    <a:pt x="1905" y="0"/>
                  </a:cubicBezTo>
                  <a:cubicBezTo>
                    <a:pt x="857" y="0"/>
                    <a:pt x="0" y="857"/>
                    <a:pt x="0" y="1905"/>
                  </a:cubicBezTo>
                  <a:cubicBezTo>
                    <a:pt x="0" y="2953"/>
                    <a:pt x="857" y="3810"/>
                    <a:pt x="1905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5977509" y="2848927"/>
              <a:ext cx="8381" cy="8286"/>
            </a:xfrm>
            <a:custGeom>
              <a:avLst/>
              <a:gdLst>
                <a:gd name="connsiteX0" fmla="*/ 4191 w 8381"/>
                <a:gd name="connsiteY0" fmla="*/ 8287 h 8286"/>
                <a:gd name="connsiteX1" fmla="*/ 8382 w 8381"/>
                <a:gd name="connsiteY1" fmla="*/ 4096 h 8286"/>
                <a:gd name="connsiteX2" fmla="*/ 4191 w 8381"/>
                <a:gd name="connsiteY2" fmla="*/ 0 h 8286"/>
                <a:gd name="connsiteX3" fmla="*/ 0 w 8381"/>
                <a:gd name="connsiteY3" fmla="*/ 4191 h 8286"/>
                <a:gd name="connsiteX4" fmla="*/ 4191 w 8381"/>
                <a:gd name="connsiteY4" fmla="*/ 8287 h 8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286">
                  <a:moveTo>
                    <a:pt x="4191" y="8287"/>
                  </a:moveTo>
                  <a:cubicBezTo>
                    <a:pt x="6477" y="8287"/>
                    <a:pt x="8382" y="6382"/>
                    <a:pt x="8382" y="4096"/>
                  </a:cubicBezTo>
                  <a:cubicBezTo>
                    <a:pt x="8382" y="1810"/>
                    <a:pt x="6477" y="0"/>
                    <a:pt x="4191" y="0"/>
                  </a:cubicBez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287"/>
                    <a:pt x="4191" y="8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6091904" y="2847975"/>
              <a:ext cx="10286" cy="10287"/>
            </a:xfrm>
            <a:custGeom>
              <a:avLst/>
              <a:gdLst>
                <a:gd name="connsiteX0" fmla="*/ 10287 w 10286"/>
                <a:gd name="connsiteY0" fmla="*/ 5144 h 10287"/>
                <a:gd name="connsiteX1" fmla="*/ 5144 w 10286"/>
                <a:gd name="connsiteY1" fmla="*/ 10287 h 10287"/>
                <a:gd name="connsiteX2" fmla="*/ 0 w 10286"/>
                <a:gd name="connsiteY2" fmla="*/ 5144 h 10287"/>
                <a:gd name="connsiteX3" fmla="*/ 5144 w 10286"/>
                <a:gd name="connsiteY3" fmla="*/ 0 h 10287"/>
                <a:gd name="connsiteX4" fmla="*/ 10287 w 10286"/>
                <a:gd name="connsiteY4" fmla="*/ 5144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7">
                  <a:moveTo>
                    <a:pt x="10287" y="5144"/>
                  </a:moveTo>
                  <a:cubicBezTo>
                    <a:pt x="10287" y="7984"/>
                    <a:pt x="7984" y="10287"/>
                    <a:pt x="5144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4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6208299" y="2848927"/>
              <a:ext cx="8381" cy="8381"/>
            </a:xfrm>
            <a:custGeom>
              <a:avLst/>
              <a:gdLst>
                <a:gd name="connsiteX0" fmla="*/ 8382 w 8381"/>
                <a:gd name="connsiteY0" fmla="*/ 4191 h 8381"/>
                <a:gd name="connsiteX1" fmla="*/ 4191 w 8381"/>
                <a:gd name="connsiteY1" fmla="*/ 8382 h 8381"/>
                <a:gd name="connsiteX2" fmla="*/ 0 w 8381"/>
                <a:gd name="connsiteY2" fmla="*/ 4191 h 8381"/>
                <a:gd name="connsiteX3" fmla="*/ 4191 w 8381"/>
                <a:gd name="connsiteY3" fmla="*/ 0 h 8381"/>
                <a:gd name="connsiteX4" fmla="*/ 8382 w 8381"/>
                <a:gd name="connsiteY4" fmla="*/ 4191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381">
                  <a:moveTo>
                    <a:pt x="8382" y="4191"/>
                  </a:moveTo>
                  <a:cubicBezTo>
                    <a:pt x="8382" y="6506"/>
                    <a:pt x="6506" y="8382"/>
                    <a:pt x="4191" y="8382"/>
                  </a:cubicBezTo>
                  <a:cubicBezTo>
                    <a:pt x="1876" y="8382"/>
                    <a:pt x="0" y="6506"/>
                    <a:pt x="0" y="4191"/>
                  </a:cubicBezTo>
                  <a:cubicBezTo>
                    <a:pt x="0" y="1876"/>
                    <a:pt x="1876" y="0"/>
                    <a:pt x="4191" y="0"/>
                  </a:cubicBezTo>
                  <a:cubicBezTo>
                    <a:pt x="6506" y="0"/>
                    <a:pt x="8382" y="1876"/>
                    <a:pt x="8382" y="41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6325552" y="2850832"/>
              <a:ext cx="4572" cy="4476"/>
            </a:xfrm>
            <a:custGeom>
              <a:avLst/>
              <a:gdLst>
                <a:gd name="connsiteX0" fmla="*/ 2286 w 4572"/>
                <a:gd name="connsiteY0" fmla="*/ 4477 h 4476"/>
                <a:gd name="connsiteX1" fmla="*/ 4572 w 4572"/>
                <a:gd name="connsiteY1" fmla="*/ 2191 h 4476"/>
                <a:gd name="connsiteX2" fmla="*/ 2286 w 4572"/>
                <a:gd name="connsiteY2" fmla="*/ 0 h 4476"/>
                <a:gd name="connsiteX3" fmla="*/ 0 w 4572"/>
                <a:gd name="connsiteY3" fmla="*/ 2286 h 4476"/>
                <a:gd name="connsiteX4" fmla="*/ 2286 w 4572"/>
                <a:gd name="connsiteY4" fmla="*/ 4477 h 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" h="4476">
                  <a:moveTo>
                    <a:pt x="2286" y="4477"/>
                  </a:moveTo>
                  <a:cubicBezTo>
                    <a:pt x="3524" y="4477"/>
                    <a:pt x="4572" y="3429"/>
                    <a:pt x="4572" y="2191"/>
                  </a:cubicBezTo>
                  <a:cubicBezTo>
                    <a:pt x="4572" y="952"/>
                    <a:pt x="3524" y="0"/>
                    <a:pt x="2286" y="0"/>
                  </a:cubicBezTo>
                  <a:cubicBezTo>
                    <a:pt x="1048" y="0"/>
                    <a:pt x="0" y="1048"/>
                    <a:pt x="0" y="2286"/>
                  </a:cubicBezTo>
                  <a:cubicBezTo>
                    <a:pt x="0" y="3524"/>
                    <a:pt x="1048" y="4477"/>
                    <a:pt x="2286" y="4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6442995" y="2852832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5634799" y="2967799"/>
              <a:ext cx="1333" cy="1333"/>
            </a:xfrm>
            <a:custGeom>
              <a:avLst/>
              <a:gdLst>
                <a:gd name="connsiteX0" fmla="*/ 667 w 1333"/>
                <a:gd name="connsiteY0" fmla="*/ 1334 h 1333"/>
                <a:gd name="connsiteX1" fmla="*/ 1334 w 1333"/>
                <a:gd name="connsiteY1" fmla="*/ 667 h 1333"/>
                <a:gd name="connsiteX2" fmla="*/ 667 w 1333"/>
                <a:gd name="connsiteY2" fmla="*/ 0 h 1333"/>
                <a:gd name="connsiteX3" fmla="*/ 0 w 1333"/>
                <a:gd name="connsiteY3" fmla="*/ 667 h 1333"/>
                <a:gd name="connsiteX4" fmla="*/ 667 w 1333"/>
                <a:gd name="connsiteY4" fmla="*/ 1334 h 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" h="1333">
                  <a:moveTo>
                    <a:pt x="667" y="1334"/>
                  </a:moveTo>
                  <a:cubicBezTo>
                    <a:pt x="1048" y="1334"/>
                    <a:pt x="1334" y="1048"/>
                    <a:pt x="1334" y="667"/>
                  </a:cubicBezTo>
                  <a:cubicBezTo>
                    <a:pt x="1334" y="286"/>
                    <a:pt x="1048" y="0"/>
                    <a:pt x="667" y="0"/>
                  </a:cubicBezTo>
                  <a:cubicBezTo>
                    <a:pt x="286" y="0"/>
                    <a:pt x="0" y="286"/>
                    <a:pt x="0" y="667"/>
                  </a:cubicBezTo>
                  <a:cubicBezTo>
                    <a:pt x="0" y="1048"/>
                    <a:pt x="381" y="1334"/>
                    <a:pt x="667" y="13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5745765" y="2963322"/>
              <a:ext cx="10286" cy="10287"/>
            </a:xfrm>
            <a:custGeom>
              <a:avLst/>
              <a:gdLst>
                <a:gd name="connsiteX0" fmla="*/ 10287 w 10286"/>
                <a:gd name="connsiteY0" fmla="*/ 5143 h 10287"/>
                <a:gd name="connsiteX1" fmla="*/ 5143 w 10286"/>
                <a:gd name="connsiteY1" fmla="*/ 10287 h 10287"/>
                <a:gd name="connsiteX2" fmla="*/ 0 w 10286"/>
                <a:gd name="connsiteY2" fmla="*/ 5143 h 10287"/>
                <a:gd name="connsiteX3" fmla="*/ 5143 w 10286"/>
                <a:gd name="connsiteY3" fmla="*/ 0 h 10287"/>
                <a:gd name="connsiteX4" fmla="*/ 10287 w 10286"/>
                <a:gd name="connsiteY4" fmla="*/ 5143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7">
                  <a:moveTo>
                    <a:pt x="10287" y="5143"/>
                  </a:moveTo>
                  <a:cubicBezTo>
                    <a:pt x="10287" y="7984"/>
                    <a:pt x="7984" y="10287"/>
                    <a:pt x="5143" y="10287"/>
                  </a:cubicBezTo>
                  <a:cubicBezTo>
                    <a:pt x="2303" y="10287"/>
                    <a:pt x="0" y="7984"/>
                    <a:pt x="0" y="5143"/>
                  </a:cubicBezTo>
                  <a:cubicBezTo>
                    <a:pt x="0" y="2303"/>
                    <a:pt x="2303" y="0"/>
                    <a:pt x="5143" y="0"/>
                  </a:cubicBezTo>
                  <a:cubicBezTo>
                    <a:pt x="7984" y="0"/>
                    <a:pt x="10287" y="2303"/>
                    <a:pt x="10287" y="51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5856351" y="2958560"/>
              <a:ext cx="19811" cy="19812"/>
            </a:xfrm>
            <a:custGeom>
              <a:avLst/>
              <a:gdLst>
                <a:gd name="connsiteX0" fmla="*/ 19812 w 19811"/>
                <a:gd name="connsiteY0" fmla="*/ 9906 h 19812"/>
                <a:gd name="connsiteX1" fmla="*/ 9906 w 19811"/>
                <a:gd name="connsiteY1" fmla="*/ 19812 h 19812"/>
                <a:gd name="connsiteX2" fmla="*/ 0 w 19811"/>
                <a:gd name="connsiteY2" fmla="*/ 9906 h 19812"/>
                <a:gd name="connsiteX3" fmla="*/ 9906 w 19811"/>
                <a:gd name="connsiteY3" fmla="*/ 0 h 19812"/>
                <a:gd name="connsiteX4" fmla="*/ 19812 w 19811"/>
                <a:gd name="connsiteY4" fmla="*/ 9906 h 1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1" h="19812">
                  <a:moveTo>
                    <a:pt x="19812" y="9906"/>
                  </a:moveTo>
                  <a:cubicBezTo>
                    <a:pt x="19812" y="15377"/>
                    <a:pt x="15377" y="19812"/>
                    <a:pt x="9906" y="19812"/>
                  </a:cubicBezTo>
                  <a:cubicBezTo>
                    <a:pt x="4435" y="19812"/>
                    <a:pt x="0" y="15377"/>
                    <a:pt x="0" y="9906"/>
                  </a:cubicBezTo>
                  <a:cubicBezTo>
                    <a:pt x="0" y="4435"/>
                    <a:pt x="4435" y="0"/>
                    <a:pt x="9906" y="0"/>
                  </a:cubicBezTo>
                  <a:cubicBezTo>
                    <a:pt x="15377" y="0"/>
                    <a:pt x="19812" y="4435"/>
                    <a:pt x="19812" y="990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5968269" y="2955035"/>
              <a:ext cx="26860" cy="26860"/>
            </a:xfrm>
            <a:custGeom>
              <a:avLst/>
              <a:gdLst>
                <a:gd name="connsiteX0" fmla="*/ 13430 w 26860"/>
                <a:gd name="connsiteY0" fmla="*/ 26861 h 26860"/>
                <a:gd name="connsiteX1" fmla="*/ 26860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1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1"/>
                  </a:moveTo>
                  <a:cubicBezTo>
                    <a:pt x="20860" y="26861"/>
                    <a:pt x="26860" y="20860"/>
                    <a:pt x="26860" y="13430"/>
                  </a:cubicBezTo>
                  <a:cubicBezTo>
                    <a:pt x="26860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1"/>
                    <a:pt x="13430" y="26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6082284" y="2953702"/>
              <a:ext cx="29527" cy="29527"/>
            </a:xfrm>
            <a:custGeom>
              <a:avLst/>
              <a:gdLst>
                <a:gd name="connsiteX0" fmla="*/ 14764 w 29527"/>
                <a:gd name="connsiteY0" fmla="*/ 29527 h 29527"/>
                <a:gd name="connsiteX1" fmla="*/ 29527 w 29527"/>
                <a:gd name="connsiteY1" fmla="*/ 14764 h 29527"/>
                <a:gd name="connsiteX2" fmla="*/ 14764 w 29527"/>
                <a:gd name="connsiteY2" fmla="*/ 0 h 29527"/>
                <a:gd name="connsiteX3" fmla="*/ 0 w 29527"/>
                <a:gd name="connsiteY3" fmla="*/ 14764 h 29527"/>
                <a:gd name="connsiteX4" fmla="*/ 14764 w 29527"/>
                <a:gd name="connsiteY4" fmla="*/ 29527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" h="29527">
                  <a:moveTo>
                    <a:pt x="14764" y="29527"/>
                  </a:moveTo>
                  <a:cubicBezTo>
                    <a:pt x="22860" y="29527"/>
                    <a:pt x="29527" y="22955"/>
                    <a:pt x="29527" y="14764"/>
                  </a:cubicBezTo>
                  <a:cubicBezTo>
                    <a:pt x="29527" y="6572"/>
                    <a:pt x="22955" y="0"/>
                    <a:pt x="14764" y="0"/>
                  </a:cubicBezTo>
                  <a:cubicBezTo>
                    <a:pt x="6667" y="0"/>
                    <a:pt x="0" y="6572"/>
                    <a:pt x="0" y="14764"/>
                  </a:cubicBezTo>
                  <a:cubicBezTo>
                    <a:pt x="0" y="22955"/>
                    <a:pt x="6667" y="29527"/>
                    <a:pt x="14764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6199060" y="2955035"/>
              <a:ext cx="26860" cy="26860"/>
            </a:xfrm>
            <a:custGeom>
              <a:avLst/>
              <a:gdLst>
                <a:gd name="connsiteX0" fmla="*/ 13430 w 26860"/>
                <a:gd name="connsiteY0" fmla="*/ 26861 h 26860"/>
                <a:gd name="connsiteX1" fmla="*/ 26860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1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1"/>
                  </a:moveTo>
                  <a:cubicBezTo>
                    <a:pt x="20860" y="26861"/>
                    <a:pt x="26860" y="20860"/>
                    <a:pt x="26860" y="13430"/>
                  </a:cubicBezTo>
                  <a:cubicBezTo>
                    <a:pt x="26860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1"/>
                    <a:pt x="13430" y="26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6317551" y="2958179"/>
              <a:ext cx="20573" cy="20574"/>
            </a:xfrm>
            <a:custGeom>
              <a:avLst/>
              <a:gdLst>
                <a:gd name="connsiteX0" fmla="*/ 20574 w 20573"/>
                <a:gd name="connsiteY0" fmla="*/ 10287 h 20574"/>
                <a:gd name="connsiteX1" fmla="*/ 10287 w 20573"/>
                <a:gd name="connsiteY1" fmla="*/ 20574 h 20574"/>
                <a:gd name="connsiteX2" fmla="*/ 0 w 20573"/>
                <a:gd name="connsiteY2" fmla="*/ 10287 h 20574"/>
                <a:gd name="connsiteX3" fmla="*/ 10287 w 20573"/>
                <a:gd name="connsiteY3" fmla="*/ 0 h 20574"/>
                <a:gd name="connsiteX4" fmla="*/ 20574 w 20573"/>
                <a:gd name="connsiteY4" fmla="*/ 10287 h 20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3" h="20574">
                  <a:moveTo>
                    <a:pt x="20574" y="10287"/>
                  </a:moveTo>
                  <a:cubicBezTo>
                    <a:pt x="20574" y="15968"/>
                    <a:pt x="15968" y="20574"/>
                    <a:pt x="10287" y="20574"/>
                  </a:cubicBezTo>
                  <a:cubicBezTo>
                    <a:pt x="4606" y="20574"/>
                    <a:pt x="0" y="15968"/>
                    <a:pt x="0" y="10287"/>
                  </a:cubicBezTo>
                  <a:cubicBezTo>
                    <a:pt x="0" y="4606"/>
                    <a:pt x="4606" y="0"/>
                    <a:pt x="10287" y="0"/>
                  </a:cubicBezTo>
                  <a:cubicBezTo>
                    <a:pt x="15968" y="0"/>
                    <a:pt x="20574" y="4606"/>
                    <a:pt x="20574" y="102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6437852" y="2963037"/>
              <a:ext cx="10858" cy="10858"/>
            </a:xfrm>
            <a:custGeom>
              <a:avLst/>
              <a:gdLst>
                <a:gd name="connsiteX0" fmla="*/ 10858 w 10858"/>
                <a:gd name="connsiteY0" fmla="*/ 5429 h 10858"/>
                <a:gd name="connsiteX1" fmla="*/ 5429 w 10858"/>
                <a:gd name="connsiteY1" fmla="*/ 10858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8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8" y="5429"/>
                  </a:moveTo>
                  <a:cubicBezTo>
                    <a:pt x="10858" y="8428"/>
                    <a:pt x="8428" y="10858"/>
                    <a:pt x="5429" y="10858"/>
                  </a:cubicBezTo>
                  <a:cubicBezTo>
                    <a:pt x="2431" y="10858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8" y="2431"/>
                    <a:pt x="10858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6557676" y="2967513"/>
              <a:ext cx="1904" cy="1904"/>
            </a:xfrm>
            <a:custGeom>
              <a:avLst/>
              <a:gdLst>
                <a:gd name="connsiteX0" fmla="*/ 1905 w 1904"/>
                <a:gd name="connsiteY0" fmla="*/ 952 h 1904"/>
                <a:gd name="connsiteX1" fmla="*/ 952 w 1904"/>
                <a:gd name="connsiteY1" fmla="*/ 1905 h 1904"/>
                <a:gd name="connsiteX2" fmla="*/ 0 w 1904"/>
                <a:gd name="connsiteY2" fmla="*/ 952 h 1904"/>
                <a:gd name="connsiteX3" fmla="*/ 952 w 1904"/>
                <a:gd name="connsiteY3" fmla="*/ 0 h 1904"/>
                <a:gd name="connsiteX4" fmla="*/ 1905 w 1904"/>
                <a:gd name="connsiteY4" fmla="*/ 952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" h="1904">
                  <a:moveTo>
                    <a:pt x="1905" y="952"/>
                  </a:moveTo>
                  <a:cubicBezTo>
                    <a:pt x="1905" y="1479"/>
                    <a:pt x="1479" y="1905"/>
                    <a:pt x="952" y="1905"/>
                  </a:cubicBezTo>
                  <a:cubicBezTo>
                    <a:pt x="426" y="1905"/>
                    <a:pt x="0" y="1479"/>
                    <a:pt x="0" y="952"/>
                  </a:cubicBezTo>
                  <a:cubicBezTo>
                    <a:pt x="0" y="426"/>
                    <a:pt x="426" y="0"/>
                    <a:pt x="952" y="0"/>
                  </a:cubicBezTo>
                  <a:cubicBezTo>
                    <a:pt x="1479" y="0"/>
                    <a:pt x="1905" y="426"/>
                    <a:pt x="1905" y="9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5519832" y="3083623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5630322" y="3078765"/>
              <a:ext cx="10287" cy="10286"/>
            </a:xfrm>
            <a:custGeom>
              <a:avLst/>
              <a:gdLst>
                <a:gd name="connsiteX0" fmla="*/ 10287 w 10287"/>
                <a:gd name="connsiteY0" fmla="*/ 5144 h 10286"/>
                <a:gd name="connsiteX1" fmla="*/ 5143 w 10287"/>
                <a:gd name="connsiteY1" fmla="*/ 10287 h 10286"/>
                <a:gd name="connsiteX2" fmla="*/ 0 w 10287"/>
                <a:gd name="connsiteY2" fmla="*/ 5144 h 10286"/>
                <a:gd name="connsiteX3" fmla="*/ 5143 w 10287"/>
                <a:gd name="connsiteY3" fmla="*/ 0 h 10286"/>
                <a:gd name="connsiteX4" fmla="*/ 10287 w 10287"/>
                <a:gd name="connsiteY4" fmla="*/ 5144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6">
                  <a:moveTo>
                    <a:pt x="10287" y="5144"/>
                  </a:moveTo>
                  <a:cubicBezTo>
                    <a:pt x="10287" y="7984"/>
                    <a:pt x="7984" y="10287"/>
                    <a:pt x="5143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3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5738717" y="3071621"/>
              <a:ext cx="24383" cy="24384"/>
            </a:xfrm>
            <a:custGeom>
              <a:avLst/>
              <a:gdLst>
                <a:gd name="connsiteX0" fmla="*/ 12192 w 24383"/>
                <a:gd name="connsiteY0" fmla="*/ 24384 h 24384"/>
                <a:gd name="connsiteX1" fmla="*/ 24384 w 24383"/>
                <a:gd name="connsiteY1" fmla="*/ 12192 h 24384"/>
                <a:gd name="connsiteX2" fmla="*/ 12192 w 24383"/>
                <a:gd name="connsiteY2" fmla="*/ 0 h 24384"/>
                <a:gd name="connsiteX3" fmla="*/ 0 w 24383"/>
                <a:gd name="connsiteY3" fmla="*/ 12192 h 24384"/>
                <a:gd name="connsiteX4" fmla="*/ 12192 w 24383"/>
                <a:gd name="connsiteY4" fmla="*/ 24384 h 2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83" h="24384">
                  <a:moveTo>
                    <a:pt x="12192" y="24384"/>
                  </a:moveTo>
                  <a:cubicBezTo>
                    <a:pt x="18955" y="24384"/>
                    <a:pt x="24384" y="18955"/>
                    <a:pt x="24384" y="12192"/>
                  </a:cubicBezTo>
                  <a:cubicBezTo>
                    <a:pt x="24384" y="5429"/>
                    <a:pt x="18955" y="0"/>
                    <a:pt x="12192" y="0"/>
                  </a:cubicBezTo>
                  <a:cubicBezTo>
                    <a:pt x="5524" y="0"/>
                    <a:pt x="0" y="5429"/>
                    <a:pt x="0" y="12192"/>
                  </a:cubicBezTo>
                  <a:cubicBezTo>
                    <a:pt x="0" y="18955"/>
                    <a:pt x="5429" y="24384"/>
                    <a:pt x="12192" y="24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5848064" y="3065716"/>
              <a:ext cx="36385" cy="36385"/>
            </a:xfrm>
            <a:custGeom>
              <a:avLst/>
              <a:gdLst>
                <a:gd name="connsiteX0" fmla="*/ 18193 w 36385"/>
                <a:gd name="connsiteY0" fmla="*/ 36385 h 36385"/>
                <a:gd name="connsiteX1" fmla="*/ 36385 w 36385"/>
                <a:gd name="connsiteY1" fmla="*/ 18193 h 36385"/>
                <a:gd name="connsiteX2" fmla="*/ 18193 w 36385"/>
                <a:gd name="connsiteY2" fmla="*/ 0 h 36385"/>
                <a:gd name="connsiteX3" fmla="*/ 0 w 36385"/>
                <a:gd name="connsiteY3" fmla="*/ 18193 h 36385"/>
                <a:gd name="connsiteX4" fmla="*/ 18193 w 36385"/>
                <a:gd name="connsiteY4" fmla="*/ 36385 h 3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5" h="36385">
                  <a:moveTo>
                    <a:pt x="18193" y="36385"/>
                  </a:moveTo>
                  <a:cubicBezTo>
                    <a:pt x="28289" y="36385"/>
                    <a:pt x="36385" y="28194"/>
                    <a:pt x="36385" y="18193"/>
                  </a:cubicBezTo>
                  <a:cubicBezTo>
                    <a:pt x="36385" y="8096"/>
                    <a:pt x="28194" y="0"/>
                    <a:pt x="18193" y="0"/>
                  </a:cubicBezTo>
                  <a:cubicBezTo>
                    <a:pt x="8096" y="0"/>
                    <a:pt x="0" y="8191"/>
                    <a:pt x="0" y="18193"/>
                  </a:cubicBezTo>
                  <a:cubicBezTo>
                    <a:pt x="0" y="28194"/>
                    <a:pt x="8096" y="36385"/>
                    <a:pt x="18193" y="3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5958935" y="3061049"/>
              <a:ext cx="45529" cy="45529"/>
            </a:xfrm>
            <a:custGeom>
              <a:avLst/>
              <a:gdLst>
                <a:gd name="connsiteX0" fmla="*/ 22765 w 45529"/>
                <a:gd name="connsiteY0" fmla="*/ 45529 h 45529"/>
                <a:gd name="connsiteX1" fmla="*/ 45529 w 45529"/>
                <a:gd name="connsiteY1" fmla="*/ 22765 h 45529"/>
                <a:gd name="connsiteX2" fmla="*/ 22765 w 45529"/>
                <a:gd name="connsiteY2" fmla="*/ 0 h 45529"/>
                <a:gd name="connsiteX3" fmla="*/ 0 w 45529"/>
                <a:gd name="connsiteY3" fmla="*/ 22765 h 45529"/>
                <a:gd name="connsiteX4" fmla="*/ 22765 w 45529"/>
                <a:gd name="connsiteY4" fmla="*/ 45529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22765" y="45529"/>
                  </a:moveTo>
                  <a:cubicBezTo>
                    <a:pt x="35338" y="45529"/>
                    <a:pt x="45529" y="35338"/>
                    <a:pt x="45529" y="22765"/>
                  </a:cubicBezTo>
                  <a:cubicBezTo>
                    <a:pt x="45529" y="10192"/>
                    <a:pt x="35338" y="0"/>
                    <a:pt x="22765" y="0"/>
                  </a:cubicBezTo>
                  <a:cubicBezTo>
                    <a:pt x="10192" y="0"/>
                    <a:pt x="0" y="10192"/>
                    <a:pt x="0" y="22765"/>
                  </a:cubicBezTo>
                  <a:cubicBezTo>
                    <a:pt x="0" y="35338"/>
                    <a:pt x="10192" y="45529"/>
                    <a:pt x="22765" y="455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072759" y="3059620"/>
              <a:ext cx="48577" cy="48577"/>
            </a:xfrm>
            <a:custGeom>
              <a:avLst/>
              <a:gdLst>
                <a:gd name="connsiteX0" fmla="*/ 24289 w 48577"/>
                <a:gd name="connsiteY0" fmla="*/ 48578 h 48577"/>
                <a:gd name="connsiteX1" fmla="*/ 48577 w 48577"/>
                <a:gd name="connsiteY1" fmla="*/ 24289 h 48577"/>
                <a:gd name="connsiteX2" fmla="*/ 24289 w 48577"/>
                <a:gd name="connsiteY2" fmla="*/ 0 h 48577"/>
                <a:gd name="connsiteX3" fmla="*/ 0 w 48577"/>
                <a:gd name="connsiteY3" fmla="*/ 24289 h 48577"/>
                <a:gd name="connsiteX4" fmla="*/ 24289 w 48577"/>
                <a:gd name="connsiteY4" fmla="*/ 48578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77" h="48577">
                  <a:moveTo>
                    <a:pt x="24289" y="48578"/>
                  </a:moveTo>
                  <a:cubicBezTo>
                    <a:pt x="37719" y="48578"/>
                    <a:pt x="48577" y="37719"/>
                    <a:pt x="48577" y="24289"/>
                  </a:cubicBezTo>
                  <a:cubicBezTo>
                    <a:pt x="48577" y="10859"/>
                    <a:pt x="37719" y="0"/>
                    <a:pt x="24289" y="0"/>
                  </a:cubicBezTo>
                  <a:cubicBezTo>
                    <a:pt x="10858" y="0"/>
                    <a:pt x="0" y="10859"/>
                    <a:pt x="0" y="24289"/>
                  </a:cubicBezTo>
                  <a:cubicBezTo>
                    <a:pt x="0" y="37719"/>
                    <a:pt x="10858" y="48578"/>
                    <a:pt x="24289" y="4857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6189725" y="3061049"/>
              <a:ext cx="45529" cy="45529"/>
            </a:xfrm>
            <a:custGeom>
              <a:avLst/>
              <a:gdLst>
                <a:gd name="connsiteX0" fmla="*/ 22765 w 45529"/>
                <a:gd name="connsiteY0" fmla="*/ 45529 h 45529"/>
                <a:gd name="connsiteX1" fmla="*/ 45530 w 45529"/>
                <a:gd name="connsiteY1" fmla="*/ 22765 h 45529"/>
                <a:gd name="connsiteX2" fmla="*/ 22765 w 45529"/>
                <a:gd name="connsiteY2" fmla="*/ 0 h 45529"/>
                <a:gd name="connsiteX3" fmla="*/ 0 w 45529"/>
                <a:gd name="connsiteY3" fmla="*/ 22765 h 45529"/>
                <a:gd name="connsiteX4" fmla="*/ 22765 w 45529"/>
                <a:gd name="connsiteY4" fmla="*/ 45529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22765" y="45529"/>
                  </a:moveTo>
                  <a:cubicBezTo>
                    <a:pt x="35338" y="45529"/>
                    <a:pt x="45530" y="35338"/>
                    <a:pt x="45530" y="22765"/>
                  </a:cubicBezTo>
                  <a:cubicBezTo>
                    <a:pt x="45530" y="10192"/>
                    <a:pt x="35338" y="0"/>
                    <a:pt x="22765" y="0"/>
                  </a:cubicBezTo>
                  <a:cubicBezTo>
                    <a:pt x="10192" y="0"/>
                    <a:pt x="0" y="10192"/>
                    <a:pt x="0" y="22765"/>
                  </a:cubicBezTo>
                  <a:cubicBezTo>
                    <a:pt x="0" y="35338"/>
                    <a:pt x="10192" y="45529"/>
                    <a:pt x="22765" y="455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6308979" y="3065049"/>
              <a:ext cx="37718" cy="37718"/>
            </a:xfrm>
            <a:custGeom>
              <a:avLst/>
              <a:gdLst>
                <a:gd name="connsiteX0" fmla="*/ 18859 w 37718"/>
                <a:gd name="connsiteY0" fmla="*/ 37719 h 37718"/>
                <a:gd name="connsiteX1" fmla="*/ 37719 w 37718"/>
                <a:gd name="connsiteY1" fmla="*/ 18859 h 37718"/>
                <a:gd name="connsiteX2" fmla="*/ 18859 w 37718"/>
                <a:gd name="connsiteY2" fmla="*/ 0 h 37718"/>
                <a:gd name="connsiteX3" fmla="*/ 0 w 37718"/>
                <a:gd name="connsiteY3" fmla="*/ 18859 h 37718"/>
                <a:gd name="connsiteX4" fmla="*/ 18859 w 37718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18859" y="37719"/>
                  </a:moveTo>
                  <a:cubicBezTo>
                    <a:pt x="29242" y="37719"/>
                    <a:pt x="37719" y="29242"/>
                    <a:pt x="37719" y="18859"/>
                  </a:cubicBezTo>
                  <a:cubicBezTo>
                    <a:pt x="37719" y="8477"/>
                    <a:pt x="29242" y="0"/>
                    <a:pt x="18859" y="0"/>
                  </a:cubicBezTo>
                  <a:cubicBezTo>
                    <a:pt x="8477" y="0"/>
                    <a:pt x="0" y="8477"/>
                    <a:pt x="0" y="18859"/>
                  </a:cubicBezTo>
                  <a:cubicBezTo>
                    <a:pt x="0" y="29242"/>
                    <a:pt x="8477" y="37719"/>
                    <a:pt x="18859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6430516" y="3071145"/>
              <a:ext cx="25528" cy="25527"/>
            </a:xfrm>
            <a:custGeom>
              <a:avLst/>
              <a:gdLst>
                <a:gd name="connsiteX0" fmla="*/ 12765 w 25528"/>
                <a:gd name="connsiteY0" fmla="*/ 25527 h 25527"/>
                <a:gd name="connsiteX1" fmla="*/ 25528 w 25528"/>
                <a:gd name="connsiteY1" fmla="*/ 12764 h 25527"/>
                <a:gd name="connsiteX2" fmla="*/ 12765 w 25528"/>
                <a:gd name="connsiteY2" fmla="*/ 0 h 25527"/>
                <a:gd name="connsiteX3" fmla="*/ 1 w 25528"/>
                <a:gd name="connsiteY3" fmla="*/ 12764 h 25527"/>
                <a:gd name="connsiteX4" fmla="*/ 12765 w 25528"/>
                <a:gd name="connsiteY4" fmla="*/ 25527 h 2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8" h="25527">
                  <a:moveTo>
                    <a:pt x="12765" y="25527"/>
                  </a:moveTo>
                  <a:cubicBezTo>
                    <a:pt x="19813" y="25527"/>
                    <a:pt x="25528" y="19812"/>
                    <a:pt x="25528" y="12764"/>
                  </a:cubicBezTo>
                  <a:cubicBezTo>
                    <a:pt x="25528" y="5715"/>
                    <a:pt x="19813" y="0"/>
                    <a:pt x="12765" y="0"/>
                  </a:cubicBezTo>
                  <a:cubicBezTo>
                    <a:pt x="5716" y="0"/>
                    <a:pt x="1" y="5715"/>
                    <a:pt x="1" y="12764"/>
                  </a:cubicBezTo>
                  <a:cubicBezTo>
                    <a:pt x="-94" y="19812"/>
                    <a:pt x="5621" y="25527"/>
                    <a:pt x="12765" y="25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6553200" y="3078480"/>
              <a:ext cx="10858" cy="10858"/>
            </a:xfrm>
            <a:custGeom>
              <a:avLst/>
              <a:gdLst>
                <a:gd name="connsiteX0" fmla="*/ 10858 w 10858"/>
                <a:gd name="connsiteY0" fmla="*/ 5429 h 10858"/>
                <a:gd name="connsiteX1" fmla="*/ 5429 w 10858"/>
                <a:gd name="connsiteY1" fmla="*/ 10859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8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8" y="5429"/>
                  </a:moveTo>
                  <a:cubicBezTo>
                    <a:pt x="10858" y="8428"/>
                    <a:pt x="8428" y="10859"/>
                    <a:pt x="5429" y="10859"/>
                  </a:cubicBezTo>
                  <a:cubicBezTo>
                    <a:pt x="2431" y="10859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8" y="2431"/>
                    <a:pt x="10858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673786" y="3083623"/>
              <a:ext cx="571" cy="571"/>
            </a:xfrm>
            <a:custGeom>
              <a:avLst/>
              <a:gdLst>
                <a:gd name="connsiteX0" fmla="*/ 572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2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2" y="286"/>
                  </a:moveTo>
                  <a:cubicBezTo>
                    <a:pt x="572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2" y="128"/>
                    <a:pt x="572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5518213" y="3197352"/>
              <a:ext cx="3810" cy="3810"/>
            </a:xfrm>
            <a:custGeom>
              <a:avLst/>
              <a:gdLst>
                <a:gd name="connsiteX0" fmla="*/ 1905 w 3810"/>
                <a:gd name="connsiteY0" fmla="*/ 3810 h 3810"/>
                <a:gd name="connsiteX1" fmla="*/ 3810 w 3810"/>
                <a:gd name="connsiteY1" fmla="*/ 1905 h 3810"/>
                <a:gd name="connsiteX2" fmla="*/ 1905 w 3810"/>
                <a:gd name="connsiteY2" fmla="*/ 0 h 3810"/>
                <a:gd name="connsiteX3" fmla="*/ 0 w 3810"/>
                <a:gd name="connsiteY3" fmla="*/ 1905 h 3810"/>
                <a:gd name="connsiteX4" fmla="*/ 1905 w 3810"/>
                <a:gd name="connsiteY4" fmla="*/ 3810 h 3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" h="3810">
                  <a:moveTo>
                    <a:pt x="1905" y="3810"/>
                  </a:moveTo>
                  <a:cubicBezTo>
                    <a:pt x="2953" y="3810"/>
                    <a:pt x="3810" y="2953"/>
                    <a:pt x="3810" y="1905"/>
                  </a:cubicBezTo>
                  <a:cubicBezTo>
                    <a:pt x="3810" y="857"/>
                    <a:pt x="2953" y="0"/>
                    <a:pt x="1905" y="0"/>
                  </a:cubicBezTo>
                  <a:cubicBezTo>
                    <a:pt x="857" y="0"/>
                    <a:pt x="0" y="857"/>
                    <a:pt x="0" y="1905"/>
                  </a:cubicBezTo>
                  <a:cubicBezTo>
                    <a:pt x="0" y="2953"/>
                    <a:pt x="857" y="3810"/>
                    <a:pt x="1905" y="38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625560" y="3189351"/>
              <a:ext cx="19811" cy="19811"/>
            </a:xfrm>
            <a:custGeom>
              <a:avLst/>
              <a:gdLst>
                <a:gd name="connsiteX0" fmla="*/ 9906 w 19811"/>
                <a:gd name="connsiteY0" fmla="*/ 19812 h 19811"/>
                <a:gd name="connsiteX1" fmla="*/ 19812 w 19811"/>
                <a:gd name="connsiteY1" fmla="*/ 9906 h 19811"/>
                <a:gd name="connsiteX2" fmla="*/ 9906 w 19811"/>
                <a:gd name="connsiteY2" fmla="*/ 0 h 19811"/>
                <a:gd name="connsiteX3" fmla="*/ 0 w 19811"/>
                <a:gd name="connsiteY3" fmla="*/ 9906 h 19811"/>
                <a:gd name="connsiteX4" fmla="*/ 9906 w 19811"/>
                <a:gd name="connsiteY4" fmla="*/ 19812 h 1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1" h="19811">
                  <a:moveTo>
                    <a:pt x="9906" y="19812"/>
                  </a:moveTo>
                  <a:cubicBezTo>
                    <a:pt x="15430" y="19812"/>
                    <a:pt x="19812" y="15335"/>
                    <a:pt x="19812" y="9906"/>
                  </a:cubicBezTo>
                  <a:cubicBezTo>
                    <a:pt x="19812" y="4381"/>
                    <a:pt x="15335" y="0"/>
                    <a:pt x="9906" y="0"/>
                  </a:cubicBezTo>
                  <a:cubicBezTo>
                    <a:pt x="4382" y="0"/>
                    <a:pt x="0" y="4477"/>
                    <a:pt x="0" y="9906"/>
                  </a:cubicBezTo>
                  <a:cubicBezTo>
                    <a:pt x="0" y="15430"/>
                    <a:pt x="4477" y="19812"/>
                    <a:pt x="9906" y="198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5732715" y="3181159"/>
              <a:ext cx="36386" cy="36385"/>
            </a:xfrm>
            <a:custGeom>
              <a:avLst/>
              <a:gdLst>
                <a:gd name="connsiteX0" fmla="*/ 18194 w 36386"/>
                <a:gd name="connsiteY0" fmla="*/ 36385 h 36385"/>
                <a:gd name="connsiteX1" fmla="*/ 36386 w 36386"/>
                <a:gd name="connsiteY1" fmla="*/ 18193 h 36385"/>
                <a:gd name="connsiteX2" fmla="*/ 18194 w 36386"/>
                <a:gd name="connsiteY2" fmla="*/ 0 h 36385"/>
                <a:gd name="connsiteX3" fmla="*/ 1 w 36386"/>
                <a:gd name="connsiteY3" fmla="*/ 18193 h 36385"/>
                <a:gd name="connsiteX4" fmla="*/ 18194 w 36386"/>
                <a:gd name="connsiteY4" fmla="*/ 36385 h 36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86" h="36385">
                  <a:moveTo>
                    <a:pt x="18194" y="36385"/>
                  </a:moveTo>
                  <a:cubicBezTo>
                    <a:pt x="28290" y="36385"/>
                    <a:pt x="36386" y="28194"/>
                    <a:pt x="36386" y="18193"/>
                  </a:cubicBezTo>
                  <a:cubicBezTo>
                    <a:pt x="36386" y="8096"/>
                    <a:pt x="28195" y="0"/>
                    <a:pt x="18194" y="0"/>
                  </a:cubicBezTo>
                  <a:cubicBezTo>
                    <a:pt x="8097" y="0"/>
                    <a:pt x="1" y="8192"/>
                    <a:pt x="1" y="18193"/>
                  </a:cubicBezTo>
                  <a:cubicBezTo>
                    <a:pt x="-94" y="28194"/>
                    <a:pt x="8097" y="36385"/>
                    <a:pt x="18194" y="3638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5840634" y="3173634"/>
              <a:ext cx="51244" cy="51244"/>
            </a:xfrm>
            <a:custGeom>
              <a:avLst/>
              <a:gdLst>
                <a:gd name="connsiteX0" fmla="*/ 25622 w 51244"/>
                <a:gd name="connsiteY0" fmla="*/ 51245 h 51244"/>
                <a:gd name="connsiteX1" fmla="*/ 51245 w 51244"/>
                <a:gd name="connsiteY1" fmla="*/ 25622 h 51244"/>
                <a:gd name="connsiteX2" fmla="*/ 25622 w 51244"/>
                <a:gd name="connsiteY2" fmla="*/ 0 h 51244"/>
                <a:gd name="connsiteX3" fmla="*/ 0 w 51244"/>
                <a:gd name="connsiteY3" fmla="*/ 25622 h 51244"/>
                <a:gd name="connsiteX4" fmla="*/ 25622 w 51244"/>
                <a:gd name="connsiteY4" fmla="*/ 51245 h 5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244" h="51244">
                  <a:moveTo>
                    <a:pt x="25622" y="51245"/>
                  </a:moveTo>
                  <a:cubicBezTo>
                    <a:pt x="39719" y="51245"/>
                    <a:pt x="51245" y="39815"/>
                    <a:pt x="51245" y="25622"/>
                  </a:cubicBezTo>
                  <a:cubicBezTo>
                    <a:pt x="51245" y="11525"/>
                    <a:pt x="39815" y="0"/>
                    <a:pt x="25622" y="0"/>
                  </a:cubicBezTo>
                  <a:cubicBezTo>
                    <a:pt x="11525" y="0"/>
                    <a:pt x="0" y="11430"/>
                    <a:pt x="0" y="25622"/>
                  </a:cubicBezTo>
                  <a:cubicBezTo>
                    <a:pt x="0" y="39815"/>
                    <a:pt x="11525" y="51245"/>
                    <a:pt x="25622" y="51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5950362" y="3167919"/>
              <a:ext cx="62674" cy="62674"/>
            </a:xfrm>
            <a:custGeom>
              <a:avLst/>
              <a:gdLst>
                <a:gd name="connsiteX0" fmla="*/ 31338 w 62674"/>
                <a:gd name="connsiteY0" fmla="*/ 62674 h 62674"/>
                <a:gd name="connsiteX1" fmla="*/ 62675 w 62674"/>
                <a:gd name="connsiteY1" fmla="*/ 31337 h 62674"/>
                <a:gd name="connsiteX2" fmla="*/ 31338 w 62674"/>
                <a:gd name="connsiteY2" fmla="*/ 0 h 62674"/>
                <a:gd name="connsiteX3" fmla="*/ 0 w 62674"/>
                <a:gd name="connsiteY3" fmla="*/ 31337 h 62674"/>
                <a:gd name="connsiteX4" fmla="*/ 31338 w 62674"/>
                <a:gd name="connsiteY4" fmla="*/ 62674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31338" y="62674"/>
                  </a:moveTo>
                  <a:cubicBezTo>
                    <a:pt x="48673" y="62674"/>
                    <a:pt x="62675" y="48673"/>
                    <a:pt x="62675" y="31337"/>
                  </a:cubicBezTo>
                  <a:cubicBezTo>
                    <a:pt x="62675" y="14002"/>
                    <a:pt x="48673" y="0"/>
                    <a:pt x="31338" y="0"/>
                  </a:cubicBezTo>
                  <a:cubicBezTo>
                    <a:pt x="14002" y="0"/>
                    <a:pt x="0" y="14002"/>
                    <a:pt x="0" y="31337"/>
                  </a:cubicBezTo>
                  <a:cubicBezTo>
                    <a:pt x="-95" y="48673"/>
                    <a:pt x="14002" y="62674"/>
                    <a:pt x="31338" y="6267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6063138" y="3165347"/>
              <a:ext cx="67817" cy="67817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6180486" y="3167253"/>
              <a:ext cx="64007" cy="64007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6301644" y="3173158"/>
              <a:ext cx="52387" cy="52387"/>
            </a:xfrm>
            <a:custGeom>
              <a:avLst/>
              <a:gdLst>
                <a:gd name="connsiteX0" fmla="*/ 26194 w 52387"/>
                <a:gd name="connsiteY0" fmla="*/ 52388 h 52387"/>
                <a:gd name="connsiteX1" fmla="*/ 52388 w 52387"/>
                <a:gd name="connsiteY1" fmla="*/ 26194 h 52387"/>
                <a:gd name="connsiteX2" fmla="*/ 26194 w 52387"/>
                <a:gd name="connsiteY2" fmla="*/ 0 h 52387"/>
                <a:gd name="connsiteX3" fmla="*/ 0 w 52387"/>
                <a:gd name="connsiteY3" fmla="*/ 26194 h 52387"/>
                <a:gd name="connsiteX4" fmla="*/ 26194 w 52387"/>
                <a:gd name="connsiteY4" fmla="*/ 52388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26194" y="52388"/>
                  </a:moveTo>
                  <a:cubicBezTo>
                    <a:pt x="40672" y="52388"/>
                    <a:pt x="52388" y="40672"/>
                    <a:pt x="52388" y="26194"/>
                  </a:cubicBezTo>
                  <a:cubicBezTo>
                    <a:pt x="52388" y="11716"/>
                    <a:pt x="40672" y="0"/>
                    <a:pt x="26194" y="0"/>
                  </a:cubicBezTo>
                  <a:cubicBezTo>
                    <a:pt x="11716" y="0"/>
                    <a:pt x="0" y="11716"/>
                    <a:pt x="0" y="26194"/>
                  </a:cubicBezTo>
                  <a:cubicBezTo>
                    <a:pt x="0" y="40672"/>
                    <a:pt x="11716" y="52388"/>
                    <a:pt x="26194" y="523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6424421" y="3180397"/>
              <a:ext cx="37719" cy="37718"/>
            </a:xfrm>
            <a:custGeom>
              <a:avLst/>
              <a:gdLst>
                <a:gd name="connsiteX0" fmla="*/ 18860 w 37719"/>
                <a:gd name="connsiteY0" fmla="*/ 37719 h 37718"/>
                <a:gd name="connsiteX1" fmla="*/ 37720 w 37719"/>
                <a:gd name="connsiteY1" fmla="*/ 18859 h 37718"/>
                <a:gd name="connsiteX2" fmla="*/ 18860 w 37719"/>
                <a:gd name="connsiteY2" fmla="*/ 0 h 37718"/>
                <a:gd name="connsiteX3" fmla="*/ 1 w 37719"/>
                <a:gd name="connsiteY3" fmla="*/ 18859 h 37718"/>
                <a:gd name="connsiteX4" fmla="*/ 18860 w 37719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9" h="37718">
                  <a:moveTo>
                    <a:pt x="18860" y="37719"/>
                  </a:moveTo>
                  <a:cubicBezTo>
                    <a:pt x="29243" y="37719"/>
                    <a:pt x="37720" y="29242"/>
                    <a:pt x="37720" y="18859"/>
                  </a:cubicBezTo>
                  <a:cubicBezTo>
                    <a:pt x="37720" y="8477"/>
                    <a:pt x="29243" y="0"/>
                    <a:pt x="18860" y="0"/>
                  </a:cubicBezTo>
                  <a:cubicBezTo>
                    <a:pt x="8478" y="0"/>
                    <a:pt x="1" y="8477"/>
                    <a:pt x="1" y="18859"/>
                  </a:cubicBezTo>
                  <a:cubicBezTo>
                    <a:pt x="-94" y="29337"/>
                    <a:pt x="8383" y="37719"/>
                    <a:pt x="18860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6548056" y="3188684"/>
              <a:ext cx="21145" cy="21145"/>
            </a:xfrm>
            <a:custGeom>
              <a:avLst/>
              <a:gdLst>
                <a:gd name="connsiteX0" fmla="*/ 21146 w 21145"/>
                <a:gd name="connsiteY0" fmla="*/ 10573 h 21145"/>
                <a:gd name="connsiteX1" fmla="*/ 10573 w 21145"/>
                <a:gd name="connsiteY1" fmla="*/ 21146 h 21145"/>
                <a:gd name="connsiteX2" fmla="*/ 0 w 21145"/>
                <a:gd name="connsiteY2" fmla="*/ 10573 h 21145"/>
                <a:gd name="connsiteX3" fmla="*/ 10573 w 21145"/>
                <a:gd name="connsiteY3" fmla="*/ 0 h 21145"/>
                <a:gd name="connsiteX4" fmla="*/ 21146 w 21145"/>
                <a:gd name="connsiteY4" fmla="*/ 10573 h 2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45" h="21145">
                  <a:moveTo>
                    <a:pt x="21146" y="10573"/>
                  </a:moveTo>
                  <a:cubicBezTo>
                    <a:pt x="21146" y="16412"/>
                    <a:pt x="16412" y="21146"/>
                    <a:pt x="10573" y="21146"/>
                  </a:cubicBezTo>
                  <a:cubicBezTo>
                    <a:pt x="4734" y="21146"/>
                    <a:pt x="0" y="16412"/>
                    <a:pt x="0" y="10573"/>
                  </a:cubicBezTo>
                  <a:cubicBezTo>
                    <a:pt x="0" y="4734"/>
                    <a:pt x="4734" y="0"/>
                    <a:pt x="10573" y="0"/>
                  </a:cubicBezTo>
                  <a:cubicBezTo>
                    <a:pt x="16412" y="0"/>
                    <a:pt x="21146" y="4734"/>
                    <a:pt x="21146" y="105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6671500" y="3196685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5515927" y="3310509"/>
              <a:ext cx="8381" cy="8381"/>
            </a:xfrm>
            <a:custGeom>
              <a:avLst/>
              <a:gdLst>
                <a:gd name="connsiteX0" fmla="*/ 8382 w 8381"/>
                <a:gd name="connsiteY0" fmla="*/ 4191 h 8381"/>
                <a:gd name="connsiteX1" fmla="*/ 4191 w 8381"/>
                <a:gd name="connsiteY1" fmla="*/ 8382 h 8381"/>
                <a:gd name="connsiteX2" fmla="*/ 0 w 8381"/>
                <a:gd name="connsiteY2" fmla="*/ 4191 h 8381"/>
                <a:gd name="connsiteX3" fmla="*/ 4191 w 8381"/>
                <a:gd name="connsiteY3" fmla="*/ 0 h 8381"/>
                <a:gd name="connsiteX4" fmla="*/ 8382 w 8381"/>
                <a:gd name="connsiteY4" fmla="*/ 4191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1" h="8381">
                  <a:moveTo>
                    <a:pt x="8382" y="4191"/>
                  </a:moveTo>
                  <a:cubicBezTo>
                    <a:pt x="8382" y="6506"/>
                    <a:pt x="6506" y="8382"/>
                    <a:pt x="4191" y="8382"/>
                  </a:cubicBezTo>
                  <a:cubicBezTo>
                    <a:pt x="1876" y="8382"/>
                    <a:pt x="0" y="6506"/>
                    <a:pt x="0" y="4191"/>
                  </a:cubicBezTo>
                  <a:cubicBezTo>
                    <a:pt x="0" y="1876"/>
                    <a:pt x="1876" y="0"/>
                    <a:pt x="4191" y="0"/>
                  </a:cubicBezTo>
                  <a:cubicBezTo>
                    <a:pt x="6506" y="0"/>
                    <a:pt x="8382" y="1876"/>
                    <a:pt x="8382" y="41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5622035" y="3301269"/>
              <a:ext cx="26860" cy="26860"/>
            </a:xfrm>
            <a:custGeom>
              <a:avLst/>
              <a:gdLst>
                <a:gd name="connsiteX0" fmla="*/ 13430 w 26860"/>
                <a:gd name="connsiteY0" fmla="*/ 26860 h 26860"/>
                <a:gd name="connsiteX1" fmla="*/ 26861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0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0"/>
                  </a:moveTo>
                  <a:cubicBezTo>
                    <a:pt x="20860" y="26860"/>
                    <a:pt x="26861" y="20860"/>
                    <a:pt x="26861" y="13430"/>
                  </a:cubicBezTo>
                  <a:cubicBezTo>
                    <a:pt x="26861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0"/>
                    <a:pt x="13430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5728144" y="3291935"/>
              <a:ext cx="45529" cy="45529"/>
            </a:xfrm>
            <a:custGeom>
              <a:avLst/>
              <a:gdLst>
                <a:gd name="connsiteX0" fmla="*/ 45530 w 45529"/>
                <a:gd name="connsiteY0" fmla="*/ 22765 h 45529"/>
                <a:gd name="connsiteX1" fmla="*/ 22765 w 45529"/>
                <a:gd name="connsiteY1" fmla="*/ 45529 h 45529"/>
                <a:gd name="connsiteX2" fmla="*/ 0 w 45529"/>
                <a:gd name="connsiteY2" fmla="*/ 22765 h 45529"/>
                <a:gd name="connsiteX3" fmla="*/ 22765 w 45529"/>
                <a:gd name="connsiteY3" fmla="*/ 0 h 45529"/>
                <a:gd name="connsiteX4" fmla="*/ 45530 w 45529"/>
                <a:gd name="connsiteY4" fmla="*/ 22765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45530" y="22765"/>
                  </a:moveTo>
                  <a:cubicBezTo>
                    <a:pt x="45530" y="35337"/>
                    <a:pt x="35337" y="45529"/>
                    <a:pt x="22765" y="45529"/>
                  </a:cubicBezTo>
                  <a:cubicBezTo>
                    <a:pt x="10192" y="45529"/>
                    <a:pt x="0" y="35337"/>
                    <a:pt x="0" y="22765"/>
                  </a:cubicBezTo>
                  <a:cubicBezTo>
                    <a:pt x="0" y="10192"/>
                    <a:pt x="10192" y="0"/>
                    <a:pt x="22765" y="0"/>
                  </a:cubicBezTo>
                  <a:cubicBezTo>
                    <a:pt x="35337" y="0"/>
                    <a:pt x="45530" y="10192"/>
                    <a:pt x="45530" y="22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5834919" y="3283362"/>
              <a:ext cx="62674" cy="62674"/>
            </a:xfrm>
            <a:custGeom>
              <a:avLst/>
              <a:gdLst>
                <a:gd name="connsiteX0" fmla="*/ 62674 w 62674"/>
                <a:gd name="connsiteY0" fmla="*/ 31337 h 62674"/>
                <a:gd name="connsiteX1" fmla="*/ 31337 w 62674"/>
                <a:gd name="connsiteY1" fmla="*/ 62675 h 62674"/>
                <a:gd name="connsiteX2" fmla="*/ 0 w 62674"/>
                <a:gd name="connsiteY2" fmla="*/ 31337 h 62674"/>
                <a:gd name="connsiteX3" fmla="*/ 31337 w 62674"/>
                <a:gd name="connsiteY3" fmla="*/ 0 h 62674"/>
                <a:gd name="connsiteX4" fmla="*/ 62674 w 62674"/>
                <a:gd name="connsiteY4" fmla="*/ 31337 h 62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74" h="62674">
                  <a:moveTo>
                    <a:pt x="62674" y="31337"/>
                  </a:moveTo>
                  <a:cubicBezTo>
                    <a:pt x="62674" y="48644"/>
                    <a:pt x="48644" y="62675"/>
                    <a:pt x="31337" y="62675"/>
                  </a:cubicBezTo>
                  <a:cubicBezTo>
                    <a:pt x="14030" y="62675"/>
                    <a:pt x="0" y="48644"/>
                    <a:pt x="0" y="31337"/>
                  </a:cubicBezTo>
                  <a:cubicBezTo>
                    <a:pt x="0" y="14030"/>
                    <a:pt x="14030" y="0"/>
                    <a:pt x="31337" y="0"/>
                  </a:cubicBezTo>
                  <a:cubicBezTo>
                    <a:pt x="48644" y="0"/>
                    <a:pt x="62674" y="14030"/>
                    <a:pt x="62674" y="3133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5942647" y="3275647"/>
              <a:ext cx="78104" cy="78104"/>
            </a:xfrm>
            <a:custGeom>
              <a:avLst/>
              <a:gdLst>
                <a:gd name="connsiteX0" fmla="*/ 39052 w 78104"/>
                <a:gd name="connsiteY0" fmla="*/ 78105 h 78104"/>
                <a:gd name="connsiteX1" fmla="*/ 78105 w 78104"/>
                <a:gd name="connsiteY1" fmla="*/ 39052 h 78104"/>
                <a:gd name="connsiteX2" fmla="*/ 39052 w 78104"/>
                <a:gd name="connsiteY2" fmla="*/ 0 h 78104"/>
                <a:gd name="connsiteX3" fmla="*/ 0 w 78104"/>
                <a:gd name="connsiteY3" fmla="*/ 39052 h 78104"/>
                <a:gd name="connsiteX4" fmla="*/ 39052 w 78104"/>
                <a:gd name="connsiteY4" fmla="*/ 78105 h 78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104" h="78104">
                  <a:moveTo>
                    <a:pt x="39052" y="78105"/>
                  </a:moveTo>
                  <a:cubicBezTo>
                    <a:pt x="60579" y="78105"/>
                    <a:pt x="78105" y="60674"/>
                    <a:pt x="78105" y="39052"/>
                  </a:cubicBezTo>
                  <a:cubicBezTo>
                    <a:pt x="78105" y="17431"/>
                    <a:pt x="60674" y="0"/>
                    <a:pt x="39052" y="0"/>
                  </a:cubicBezTo>
                  <a:cubicBezTo>
                    <a:pt x="17526" y="0"/>
                    <a:pt x="0" y="17526"/>
                    <a:pt x="0" y="39052"/>
                  </a:cubicBezTo>
                  <a:cubicBezTo>
                    <a:pt x="0" y="60579"/>
                    <a:pt x="17431" y="78105"/>
                    <a:pt x="39052" y="781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6053804" y="3271456"/>
              <a:ext cx="86487" cy="86486"/>
            </a:xfrm>
            <a:custGeom>
              <a:avLst/>
              <a:gdLst>
                <a:gd name="connsiteX0" fmla="*/ 86487 w 86487"/>
                <a:gd name="connsiteY0" fmla="*/ 43244 h 86486"/>
                <a:gd name="connsiteX1" fmla="*/ 43244 w 86487"/>
                <a:gd name="connsiteY1" fmla="*/ 86487 h 86486"/>
                <a:gd name="connsiteX2" fmla="*/ 0 w 86487"/>
                <a:gd name="connsiteY2" fmla="*/ 43244 h 86486"/>
                <a:gd name="connsiteX3" fmla="*/ 43244 w 86487"/>
                <a:gd name="connsiteY3" fmla="*/ 0 h 86486"/>
                <a:gd name="connsiteX4" fmla="*/ 86487 w 86487"/>
                <a:gd name="connsiteY4" fmla="*/ 43244 h 86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7" h="86486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6172771" y="3274980"/>
              <a:ext cx="79438" cy="79438"/>
            </a:xfrm>
            <a:custGeom>
              <a:avLst/>
              <a:gdLst>
                <a:gd name="connsiteX0" fmla="*/ 79439 w 79438"/>
                <a:gd name="connsiteY0" fmla="*/ 39719 h 79438"/>
                <a:gd name="connsiteX1" fmla="*/ 39719 w 79438"/>
                <a:gd name="connsiteY1" fmla="*/ 79438 h 79438"/>
                <a:gd name="connsiteX2" fmla="*/ 0 w 79438"/>
                <a:gd name="connsiteY2" fmla="*/ 39719 h 79438"/>
                <a:gd name="connsiteX3" fmla="*/ 39719 w 79438"/>
                <a:gd name="connsiteY3" fmla="*/ 0 h 79438"/>
                <a:gd name="connsiteX4" fmla="*/ 79439 w 79438"/>
                <a:gd name="connsiteY4" fmla="*/ 39719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79439" y="39719"/>
                  </a:moveTo>
                  <a:cubicBezTo>
                    <a:pt x="79439" y="61656"/>
                    <a:pt x="61656" y="79438"/>
                    <a:pt x="39719" y="79438"/>
                  </a:cubicBezTo>
                  <a:cubicBezTo>
                    <a:pt x="17783" y="79438"/>
                    <a:pt x="0" y="61656"/>
                    <a:pt x="0" y="39719"/>
                  </a:cubicBezTo>
                  <a:cubicBezTo>
                    <a:pt x="0" y="17783"/>
                    <a:pt x="17783" y="0"/>
                    <a:pt x="39719" y="0"/>
                  </a:cubicBezTo>
                  <a:cubicBezTo>
                    <a:pt x="61656" y="0"/>
                    <a:pt x="79439" y="17783"/>
                    <a:pt x="79439" y="39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6295834" y="3282696"/>
              <a:ext cx="64007" cy="64007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6419850" y="3291363"/>
              <a:ext cx="46767" cy="46672"/>
            </a:xfrm>
            <a:custGeom>
              <a:avLst/>
              <a:gdLst>
                <a:gd name="connsiteX0" fmla="*/ 23431 w 46767"/>
                <a:gd name="connsiteY0" fmla="*/ 46673 h 46672"/>
                <a:gd name="connsiteX1" fmla="*/ 46768 w 46767"/>
                <a:gd name="connsiteY1" fmla="*/ 23336 h 46672"/>
                <a:gd name="connsiteX2" fmla="*/ 23431 w 46767"/>
                <a:gd name="connsiteY2" fmla="*/ 0 h 46672"/>
                <a:gd name="connsiteX3" fmla="*/ 0 w 46767"/>
                <a:gd name="connsiteY3" fmla="*/ 23336 h 46672"/>
                <a:gd name="connsiteX4" fmla="*/ 23431 w 46767"/>
                <a:gd name="connsiteY4" fmla="*/ 46673 h 46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767" h="46672">
                  <a:moveTo>
                    <a:pt x="23431" y="46673"/>
                  </a:moveTo>
                  <a:cubicBezTo>
                    <a:pt x="36290" y="46673"/>
                    <a:pt x="46768" y="36195"/>
                    <a:pt x="46768" y="23336"/>
                  </a:cubicBezTo>
                  <a:cubicBezTo>
                    <a:pt x="46768" y="10478"/>
                    <a:pt x="36290" y="0"/>
                    <a:pt x="23431" y="0"/>
                  </a:cubicBezTo>
                  <a:cubicBezTo>
                    <a:pt x="10573" y="0"/>
                    <a:pt x="0" y="10382"/>
                    <a:pt x="0" y="23336"/>
                  </a:cubicBezTo>
                  <a:cubicBezTo>
                    <a:pt x="0" y="36195"/>
                    <a:pt x="10477" y="46673"/>
                    <a:pt x="23431" y="466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6544532" y="3300603"/>
              <a:ext cx="28194" cy="28193"/>
            </a:xfrm>
            <a:custGeom>
              <a:avLst/>
              <a:gdLst>
                <a:gd name="connsiteX0" fmla="*/ 28194 w 28194"/>
                <a:gd name="connsiteY0" fmla="*/ 14097 h 28193"/>
                <a:gd name="connsiteX1" fmla="*/ 14097 w 28194"/>
                <a:gd name="connsiteY1" fmla="*/ 28194 h 28193"/>
                <a:gd name="connsiteX2" fmla="*/ 0 w 28194"/>
                <a:gd name="connsiteY2" fmla="*/ 14097 h 28193"/>
                <a:gd name="connsiteX3" fmla="*/ 14097 w 28194"/>
                <a:gd name="connsiteY3" fmla="*/ 0 h 28193"/>
                <a:gd name="connsiteX4" fmla="*/ 28194 w 28194"/>
                <a:gd name="connsiteY4" fmla="*/ 14097 h 2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4" h="28193">
                  <a:moveTo>
                    <a:pt x="28194" y="14097"/>
                  </a:moveTo>
                  <a:cubicBezTo>
                    <a:pt x="28194" y="21883"/>
                    <a:pt x="21883" y="28194"/>
                    <a:pt x="14097" y="28194"/>
                  </a:cubicBezTo>
                  <a:cubicBezTo>
                    <a:pt x="6311" y="28194"/>
                    <a:pt x="0" y="21883"/>
                    <a:pt x="0" y="14097"/>
                  </a:cubicBezTo>
                  <a:cubicBezTo>
                    <a:pt x="0" y="6311"/>
                    <a:pt x="6311" y="0"/>
                    <a:pt x="14097" y="0"/>
                  </a:cubicBezTo>
                  <a:cubicBezTo>
                    <a:pt x="21883" y="0"/>
                    <a:pt x="28194" y="6311"/>
                    <a:pt x="28194" y="140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6669309" y="3309937"/>
              <a:ext cx="9525" cy="9525"/>
            </a:xfrm>
            <a:custGeom>
              <a:avLst/>
              <a:gdLst>
                <a:gd name="connsiteX0" fmla="*/ 9525 w 9525"/>
                <a:gd name="connsiteY0" fmla="*/ 4763 h 9525"/>
                <a:gd name="connsiteX1" fmla="*/ 4763 w 9525"/>
                <a:gd name="connsiteY1" fmla="*/ 9525 h 9525"/>
                <a:gd name="connsiteX2" fmla="*/ 0 w 9525"/>
                <a:gd name="connsiteY2" fmla="*/ 4763 h 9525"/>
                <a:gd name="connsiteX3" fmla="*/ 4763 w 9525"/>
                <a:gd name="connsiteY3" fmla="*/ 0 h 9525"/>
                <a:gd name="connsiteX4" fmla="*/ 9525 w 9525"/>
                <a:gd name="connsiteY4" fmla="*/ 4763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525" y="4763"/>
                  </a:moveTo>
                  <a:cubicBezTo>
                    <a:pt x="9525" y="7393"/>
                    <a:pt x="7393" y="9525"/>
                    <a:pt x="4763" y="9525"/>
                  </a:cubicBezTo>
                  <a:cubicBezTo>
                    <a:pt x="2132" y="9525"/>
                    <a:pt x="0" y="7393"/>
                    <a:pt x="0" y="4763"/>
                  </a:cubicBezTo>
                  <a:cubicBezTo>
                    <a:pt x="0" y="2132"/>
                    <a:pt x="2132" y="0"/>
                    <a:pt x="4763" y="0"/>
                  </a:cubicBezTo>
                  <a:cubicBezTo>
                    <a:pt x="7393" y="0"/>
                    <a:pt x="9525" y="2132"/>
                    <a:pt x="9525" y="47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5514975" y="3424904"/>
              <a:ext cx="10287" cy="10286"/>
            </a:xfrm>
            <a:custGeom>
              <a:avLst/>
              <a:gdLst>
                <a:gd name="connsiteX0" fmla="*/ 10287 w 10287"/>
                <a:gd name="connsiteY0" fmla="*/ 5144 h 10286"/>
                <a:gd name="connsiteX1" fmla="*/ 5144 w 10287"/>
                <a:gd name="connsiteY1" fmla="*/ 10287 h 10286"/>
                <a:gd name="connsiteX2" fmla="*/ 0 w 10287"/>
                <a:gd name="connsiteY2" fmla="*/ 5144 h 10286"/>
                <a:gd name="connsiteX3" fmla="*/ 5144 w 10287"/>
                <a:gd name="connsiteY3" fmla="*/ 0 h 10286"/>
                <a:gd name="connsiteX4" fmla="*/ 10287 w 10287"/>
                <a:gd name="connsiteY4" fmla="*/ 5144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6">
                  <a:moveTo>
                    <a:pt x="10287" y="5144"/>
                  </a:moveTo>
                  <a:cubicBezTo>
                    <a:pt x="10287" y="7984"/>
                    <a:pt x="7984" y="10287"/>
                    <a:pt x="5144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4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5620702" y="3415284"/>
              <a:ext cx="29527" cy="29527"/>
            </a:xfrm>
            <a:custGeom>
              <a:avLst/>
              <a:gdLst>
                <a:gd name="connsiteX0" fmla="*/ 14764 w 29527"/>
                <a:gd name="connsiteY0" fmla="*/ 29527 h 29527"/>
                <a:gd name="connsiteX1" fmla="*/ 29527 w 29527"/>
                <a:gd name="connsiteY1" fmla="*/ 14764 h 29527"/>
                <a:gd name="connsiteX2" fmla="*/ 14764 w 29527"/>
                <a:gd name="connsiteY2" fmla="*/ 0 h 29527"/>
                <a:gd name="connsiteX3" fmla="*/ 0 w 29527"/>
                <a:gd name="connsiteY3" fmla="*/ 14764 h 29527"/>
                <a:gd name="connsiteX4" fmla="*/ 14764 w 29527"/>
                <a:gd name="connsiteY4" fmla="*/ 29527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27" h="29527">
                  <a:moveTo>
                    <a:pt x="14764" y="29527"/>
                  </a:moveTo>
                  <a:cubicBezTo>
                    <a:pt x="22860" y="29527"/>
                    <a:pt x="29527" y="22955"/>
                    <a:pt x="29527" y="14764"/>
                  </a:cubicBezTo>
                  <a:cubicBezTo>
                    <a:pt x="29527" y="6667"/>
                    <a:pt x="22955" y="0"/>
                    <a:pt x="14764" y="0"/>
                  </a:cubicBezTo>
                  <a:cubicBezTo>
                    <a:pt x="6667" y="0"/>
                    <a:pt x="0" y="6572"/>
                    <a:pt x="0" y="14764"/>
                  </a:cubicBezTo>
                  <a:cubicBezTo>
                    <a:pt x="95" y="22955"/>
                    <a:pt x="6667" y="29527"/>
                    <a:pt x="14764" y="29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5726619" y="3405854"/>
              <a:ext cx="48578" cy="48577"/>
            </a:xfrm>
            <a:custGeom>
              <a:avLst/>
              <a:gdLst>
                <a:gd name="connsiteX0" fmla="*/ 24289 w 48578"/>
                <a:gd name="connsiteY0" fmla="*/ 48577 h 48577"/>
                <a:gd name="connsiteX1" fmla="*/ 48578 w 48578"/>
                <a:gd name="connsiteY1" fmla="*/ 24289 h 48577"/>
                <a:gd name="connsiteX2" fmla="*/ 24289 w 48578"/>
                <a:gd name="connsiteY2" fmla="*/ 0 h 48577"/>
                <a:gd name="connsiteX3" fmla="*/ 1 w 48578"/>
                <a:gd name="connsiteY3" fmla="*/ 24289 h 48577"/>
                <a:gd name="connsiteX4" fmla="*/ 24289 w 48578"/>
                <a:gd name="connsiteY4" fmla="*/ 48577 h 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78" h="48577">
                  <a:moveTo>
                    <a:pt x="24289" y="48577"/>
                  </a:moveTo>
                  <a:cubicBezTo>
                    <a:pt x="37720" y="48577"/>
                    <a:pt x="48578" y="37719"/>
                    <a:pt x="48578" y="24289"/>
                  </a:cubicBezTo>
                  <a:cubicBezTo>
                    <a:pt x="48578" y="10858"/>
                    <a:pt x="37720" y="0"/>
                    <a:pt x="24289" y="0"/>
                  </a:cubicBezTo>
                  <a:cubicBezTo>
                    <a:pt x="10859" y="0"/>
                    <a:pt x="1" y="10858"/>
                    <a:pt x="1" y="24289"/>
                  </a:cubicBezTo>
                  <a:cubicBezTo>
                    <a:pt x="-95" y="37624"/>
                    <a:pt x="10859" y="48577"/>
                    <a:pt x="24289" y="485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5832347" y="3396138"/>
              <a:ext cx="67817" cy="67817"/>
            </a:xfrm>
            <a:custGeom>
              <a:avLst/>
              <a:gdLst>
                <a:gd name="connsiteX0" fmla="*/ 33909 w 67817"/>
                <a:gd name="connsiteY0" fmla="*/ 67818 h 67817"/>
                <a:gd name="connsiteX1" fmla="*/ 67818 w 67817"/>
                <a:gd name="connsiteY1" fmla="*/ 33909 h 67817"/>
                <a:gd name="connsiteX2" fmla="*/ 33909 w 67817"/>
                <a:gd name="connsiteY2" fmla="*/ 0 h 67817"/>
                <a:gd name="connsiteX3" fmla="*/ 0 w 67817"/>
                <a:gd name="connsiteY3" fmla="*/ 33909 h 67817"/>
                <a:gd name="connsiteX4" fmla="*/ 33909 w 67817"/>
                <a:gd name="connsiteY4" fmla="*/ 67818 h 67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817" h="67817">
                  <a:moveTo>
                    <a:pt x="33909" y="67818"/>
                  </a:moveTo>
                  <a:cubicBezTo>
                    <a:pt x="52673" y="67818"/>
                    <a:pt x="67818" y="52673"/>
                    <a:pt x="67818" y="33909"/>
                  </a:cubicBezTo>
                  <a:cubicBezTo>
                    <a:pt x="67818" y="15145"/>
                    <a:pt x="52673" y="0"/>
                    <a:pt x="33909" y="0"/>
                  </a:cubicBezTo>
                  <a:cubicBezTo>
                    <a:pt x="15145" y="0"/>
                    <a:pt x="0" y="15145"/>
                    <a:pt x="0" y="33909"/>
                  </a:cubicBezTo>
                  <a:cubicBezTo>
                    <a:pt x="0" y="52673"/>
                    <a:pt x="15240" y="67818"/>
                    <a:pt x="33909" y="6781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5938456" y="3386804"/>
              <a:ext cx="86486" cy="86487"/>
            </a:xfrm>
            <a:custGeom>
              <a:avLst/>
              <a:gdLst>
                <a:gd name="connsiteX0" fmla="*/ 86487 w 86486"/>
                <a:gd name="connsiteY0" fmla="*/ 43244 h 86487"/>
                <a:gd name="connsiteX1" fmla="*/ 43244 w 86486"/>
                <a:gd name="connsiteY1" fmla="*/ 86487 h 86487"/>
                <a:gd name="connsiteX2" fmla="*/ 0 w 86486"/>
                <a:gd name="connsiteY2" fmla="*/ 43244 h 86487"/>
                <a:gd name="connsiteX3" fmla="*/ 43244 w 86486"/>
                <a:gd name="connsiteY3" fmla="*/ 0 h 86487"/>
                <a:gd name="connsiteX4" fmla="*/ 86487 w 86486"/>
                <a:gd name="connsiteY4" fmla="*/ 43244 h 8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486" h="86487">
                  <a:moveTo>
                    <a:pt x="86487" y="43244"/>
                  </a:moveTo>
                  <a:cubicBezTo>
                    <a:pt x="86487" y="67126"/>
                    <a:pt x="67126" y="86487"/>
                    <a:pt x="43244" y="86487"/>
                  </a:cubicBezTo>
                  <a:cubicBezTo>
                    <a:pt x="19361" y="86487"/>
                    <a:pt x="0" y="67126"/>
                    <a:pt x="0" y="43244"/>
                  </a:cubicBezTo>
                  <a:cubicBezTo>
                    <a:pt x="0" y="19361"/>
                    <a:pt x="19361" y="0"/>
                    <a:pt x="43244" y="0"/>
                  </a:cubicBezTo>
                  <a:cubicBezTo>
                    <a:pt x="67126" y="0"/>
                    <a:pt x="86487" y="19361"/>
                    <a:pt x="86487" y="43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6047136" y="3380136"/>
              <a:ext cx="99821" cy="99821"/>
            </a:xfrm>
            <a:custGeom>
              <a:avLst/>
              <a:gdLst>
                <a:gd name="connsiteX0" fmla="*/ 99822 w 99821"/>
                <a:gd name="connsiteY0" fmla="*/ 49911 h 99821"/>
                <a:gd name="connsiteX1" fmla="*/ 49911 w 99821"/>
                <a:gd name="connsiteY1" fmla="*/ 99822 h 99821"/>
                <a:gd name="connsiteX2" fmla="*/ 0 w 99821"/>
                <a:gd name="connsiteY2" fmla="*/ 49911 h 99821"/>
                <a:gd name="connsiteX3" fmla="*/ 49911 w 99821"/>
                <a:gd name="connsiteY3" fmla="*/ 0 h 99821"/>
                <a:gd name="connsiteX4" fmla="*/ 99822 w 99821"/>
                <a:gd name="connsiteY4" fmla="*/ 49911 h 99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1" h="99821">
                  <a:moveTo>
                    <a:pt x="99822" y="49911"/>
                  </a:moveTo>
                  <a:cubicBezTo>
                    <a:pt x="99822" y="77476"/>
                    <a:pt x="77476" y="99822"/>
                    <a:pt x="49911" y="99822"/>
                  </a:cubicBezTo>
                  <a:cubicBezTo>
                    <a:pt x="22346" y="99822"/>
                    <a:pt x="0" y="77476"/>
                    <a:pt x="0" y="49911"/>
                  </a:cubicBezTo>
                  <a:cubicBezTo>
                    <a:pt x="0" y="22346"/>
                    <a:pt x="22346" y="0"/>
                    <a:pt x="49911" y="0"/>
                  </a:cubicBezTo>
                  <a:cubicBezTo>
                    <a:pt x="77476" y="0"/>
                    <a:pt x="99822" y="22346"/>
                    <a:pt x="99822" y="49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6168675" y="3386232"/>
              <a:ext cx="87629" cy="87629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6293262" y="3395471"/>
              <a:ext cx="69151" cy="69151"/>
            </a:xfrm>
            <a:custGeom>
              <a:avLst/>
              <a:gdLst>
                <a:gd name="connsiteX0" fmla="*/ 34576 w 69151"/>
                <a:gd name="connsiteY0" fmla="*/ 69151 h 69151"/>
                <a:gd name="connsiteX1" fmla="*/ 69152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1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1"/>
                  </a:moveTo>
                  <a:cubicBezTo>
                    <a:pt x="53626" y="69151"/>
                    <a:pt x="69152" y="53721"/>
                    <a:pt x="69152" y="34576"/>
                  </a:cubicBezTo>
                  <a:cubicBezTo>
                    <a:pt x="69152" y="15526"/>
                    <a:pt x="53721" y="0"/>
                    <a:pt x="34576" y="0"/>
                  </a:cubicBezTo>
                  <a:cubicBezTo>
                    <a:pt x="15526" y="0"/>
                    <a:pt x="0" y="15430"/>
                    <a:pt x="0" y="34576"/>
                  </a:cubicBezTo>
                  <a:cubicBezTo>
                    <a:pt x="0" y="53721"/>
                    <a:pt x="15526" y="69151"/>
                    <a:pt x="34576" y="691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6418325" y="3405092"/>
              <a:ext cx="49911" cy="49910"/>
            </a:xfrm>
            <a:custGeom>
              <a:avLst/>
              <a:gdLst>
                <a:gd name="connsiteX0" fmla="*/ 24956 w 49911"/>
                <a:gd name="connsiteY0" fmla="*/ 49911 h 49910"/>
                <a:gd name="connsiteX1" fmla="*/ 49911 w 49911"/>
                <a:gd name="connsiteY1" fmla="*/ 24955 h 49910"/>
                <a:gd name="connsiteX2" fmla="*/ 24956 w 49911"/>
                <a:gd name="connsiteY2" fmla="*/ 0 h 49910"/>
                <a:gd name="connsiteX3" fmla="*/ 0 w 49911"/>
                <a:gd name="connsiteY3" fmla="*/ 24955 h 49910"/>
                <a:gd name="connsiteX4" fmla="*/ 24956 w 49911"/>
                <a:gd name="connsiteY4" fmla="*/ 49911 h 49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11" h="49910">
                  <a:moveTo>
                    <a:pt x="24956" y="49911"/>
                  </a:moveTo>
                  <a:cubicBezTo>
                    <a:pt x="38767" y="49911"/>
                    <a:pt x="49911" y="38767"/>
                    <a:pt x="49911" y="24955"/>
                  </a:cubicBezTo>
                  <a:cubicBezTo>
                    <a:pt x="49911" y="11144"/>
                    <a:pt x="38767" y="0"/>
                    <a:pt x="24956" y="0"/>
                  </a:cubicBezTo>
                  <a:cubicBezTo>
                    <a:pt x="11144" y="0"/>
                    <a:pt x="0" y="11144"/>
                    <a:pt x="0" y="24955"/>
                  </a:cubicBezTo>
                  <a:cubicBezTo>
                    <a:pt x="0" y="38767"/>
                    <a:pt x="11144" y="49911"/>
                    <a:pt x="24956" y="49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6543293" y="3414712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30671 w 30670"/>
                <a:gd name="connsiteY1" fmla="*/ 15335 h 30670"/>
                <a:gd name="connsiteX2" fmla="*/ 15335 w 30670"/>
                <a:gd name="connsiteY2" fmla="*/ 0 h 30670"/>
                <a:gd name="connsiteX3" fmla="*/ 0 w 30670"/>
                <a:gd name="connsiteY3" fmla="*/ 15335 h 30670"/>
                <a:gd name="connsiteX4" fmla="*/ 15335 w 30670"/>
                <a:gd name="connsiteY4" fmla="*/ 30671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23813" y="30671"/>
                    <a:pt x="30671" y="23813"/>
                    <a:pt x="30671" y="15335"/>
                  </a:cubicBezTo>
                  <a:cubicBezTo>
                    <a:pt x="30671" y="6858"/>
                    <a:pt x="23813" y="0"/>
                    <a:pt x="15335" y="0"/>
                  </a:cubicBezTo>
                  <a:cubicBezTo>
                    <a:pt x="6858" y="0"/>
                    <a:pt x="0" y="6858"/>
                    <a:pt x="0" y="15335"/>
                  </a:cubicBezTo>
                  <a:cubicBezTo>
                    <a:pt x="0" y="23813"/>
                    <a:pt x="6858" y="30671"/>
                    <a:pt x="15335" y="30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6668357" y="3424332"/>
              <a:ext cx="11429" cy="11430"/>
            </a:xfrm>
            <a:custGeom>
              <a:avLst/>
              <a:gdLst>
                <a:gd name="connsiteX0" fmla="*/ 11430 w 11429"/>
                <a:gd name="connsiteY0" fmla="*/ 5715 h 11430"/>
                <a:gd name="connsiteX1" fmla="*/ 5715 w 11429"/>
                <a:gd name="connsiteY1" fmla="*/ 11430 h 11430"/>
                <a:gd name="connsiteX2" fmla="*/ 0 w 11429"/>
                <a:gd name="connsiteY2" fmla="*/ 5715 h 11430"/>
                <a:gd name="connsiteX3" fmla="*/ 5715 w 11429"/>
                <a:gd name="connsiteY3" fmla="*/ 0 h 11430"/>
                <a:gd name="connsiteX4" fmla="*/ 11430 w 11429"/>
                <a:gd name="connsiteY4" fmla="*/ 5715 h 11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29" h="11430">
                  <a:moveTo>
                    <a:pt x="11430" y="5715"/>
                  </a:moveTo>
                  <a:cubicBezTo>
                    <a:pt x="11430" y="8871"/>
                    <a:pt x="8871" y="11430"/>
                    <a:pt x="5715" y="11430"/>
                  </a:cubicBezTo>
                  <a:cubicBezTo>
                    <a:pt x="2559" y="11430"/>
                    <a:pt x="0" y="8871"/>
                    <a:pt x="0" y="5715"/>
                  </a:cubicBezTo>
                  <a:cubicBezTo>
                    <a:pt x="0" y="2559"/>
                    <a:pt x="2559" y="0"/>
                    <a:pt x="5715" y="0"/>
                  </a:cubicBezTo>
                  <a:cubicBezTo>
                    <a:pt x="8871" y="0"/>
                    <a:pt x="11430" y="2559"/>
                    <a:pt x="1143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3" name="任意多边形: 形状 92"/>
            <p:cNvSpPr/>
            <p:nvPr/>
          </p:nvSpPr>
          <p:spPr>
            <a:xfrm>
              <a:off x="5515927" y="3541204"/>
              <a:ext cx="8382" cy="8382"/>
            </a:xfrm>
            <a:custGeom>
              <a:avLst/>
              <a:gdLst>
                <a:gd name="connsiteX0" fmla="*/ 4191 w 8382"/>
                <a:gd name="connsiteY0" fmla="*/ 8382 h 8382"/>
                <a:gd name="connsiteX1" fmla="*/ 8382 w 8382"/>
                <a:gd name="connsiteY1" fmla="*/ 4191 h 8382"/>
                <a:gd name="connsiteX2" fmla="*/ 4191 w 8382"/>
                <a:gd name="connsiteY2" fmla="*/ 0 h 8382"/>
                <a:gd name="connsiteX3" fmla="*/ 0 w 8382"/>
                <a:gd name="connsiteY3" fmla="*/ 4191 h 8382"/>
                <a:gd name="connsiteX4" fmla="*/ 4191 w 8382"/>
                <a:gd name="connsiteY4" fmla="*/ 8382 h 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2" h="8382">
                  <a:moveTo>
                    <a:pt x="4191" y="8382"/>
                  </a:moveTo>
                  <a:cubicBezTo>
                    <a:pt x="6477" y="8382"/>
                    <a:pt x="8382" y="6477"/>
                    <a:pt x="8382" y="4191"/>
                  </a:cubicBezTo>
                  <a:cubicBezTo>
                    <a:pt x="8382" y="1905"/>
                    <a:pt x="6477" y="0"/>
                    <a:pt x="4191" y="0"/>
                  </a:cubicBezTo>
                  <a:cubicBezTo>
                    <a:pt x="1905" y="0"/>
                    <a:pt x="0" y="1905"/>
                    <a:pt x="0" y="4191"/>
                  </a:cubicBezTo>
                  <a:cubicBezTo>
                    <a:pt x="0" y="6477"/>
                    <a:pt x="1905" y="8382"/>
                    <a:pt x="4191" y="83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4" name="任意多边形: 形状 93"/>
            <p:cNvSpPr/>
            <p:nvPr/>
          </p:nvSpPr>
          <p:spPr>
            <a:xfrm>
              <a:off x="5622035" y="3532060"/>
              <a:ext cx="26860" cy="26860"/>
            </a:xfrm>
            <a:custGeom>
              <a:avLst/>
              <a:gdLst>
                <a:gd name="connsiteX0" fmla="*/ 13430 w 26860"/>
                <a:gd name="connsiteY0" fmla="*/ 26860 h 26860"/>
                <a:gd name="connsiteX1" fmla="*/ 26861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0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0"/>
                  </a:moveTo>
                  <a:cubicBezTo>
                    <a:pt x="20860" y="26860"/>
                    <a:pt x="26861" y="20860"/>
                    <a:pt x="26861" y="13430"/>
                  </a:cubicBezTo>
                  <a:cubicBezTo>
                    <a:pt x="26861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0"/>
                    <a:pt x="13430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5" name="任意多边形: 形状 94"/>
            <p:cNvSpPr/>
            <p:nvPr/>
          </p:nvSpPr>
          <p:spPr>
            <a:xfrm>
              <a:off x="5728144" y="3522726"/>
              <a:ext cx="45529" cy="45529"/>
            </a:xfrm>
            <a:custGeom>
              <a:avLst/>
              <a:gdLst>
                <a:gd name="connsiteX0" fmla="*/ 45530 w 45529"/>
                <a:gd name="connsiteY0" fmla="*/ 22765 h 45529"/>
                <a:gd name="connsiteX1" fmla="*/ 22765 w 45529"/>
                <a:gd name="connsiteY1" fmla="*/ 45530 h 45529"/>
                <a:gd name="connsiteX2" fmla="*/ 0 w 45529"/>
                <a:gd name="connsiteY2" fmla="*/ 22765 h 45529"/>
                <a:gd name="connsiteX3" fmla="*/ 22765 w 45529"/>
                <a:gd name="connsiteY3" fmla="*/ 0 h 45529"/>
                <a:gd name="connsiteX4" fmla="*/ 45530 w 45529"/>
                <a:gd name="connsiteY4" fmla="*/ 22765 h 45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9" h="45529">
                  <a:moveTo>
                    <a:pt x="45530" y="22765"/>
                  </a:moveTo>
                  <a:cubicBezTo>
                    <a:pt x="45530" y="35337"/>
                    <a:pt x="35337" y="45530"/>
                    <a:pt x="22765" y="45530"/>
                  </a:cubicBezTo>
                  <a:cubicBezTo>
                    <a:pt x="10192" y="45530"/>
                    <a:pt x="0" y="35337"/>
                    <a:pt x="0" y="22765"/>
                  </a:cubicBezTo>
                  <a:cubicBezTo>
                    <a:pt x="0" y="10192"/>
                    <a:pt x="10192" y="0"/>
                    <a:pt x="22765" y="0"/>
                  </a:cubicBezTo>
                  <a:cubicBezTo>
                    <a:pt x="35337" y="0"/>
                    <a:pt x="45530" y="10192"/>
                    <a:pt x="45530" y="22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6" name="任意多边形: 形状 95"/>
            <p:cNvSpPr/>
            <p:nvPr/>
          </p:nvSpPr>
          <p:spPr>
            <a:xfrm>
              <a:off x="5834253" y="3513486"/>
              <a:ext cx="64007" cy="64007"/>
            </a:xfrm>
            <a:custGeom>
              <a:avLst/>
              <a:gdLst>
                <a:gd name="connsiteX0" fmla="*/ 64008 w 64007"/>
                <a:gd name="connsiteY0" fmla="*/ 32004 h 64007"/>
                <a:gd name="connsiteX1" fmla="*/ 32004 w 64007"/>
                <a:gd name="connsiteY1" fmla="*/ 64008 h 64007"/>
                <a:gd name="connsiteX2" fmla="*/ 0 w 64007"/>
                <a:gd name="connsiteY2" fmla="*/ 32004 h 64007"/>
                <a:gd name="connsiteX3" fmla="*/ 32004 w 64007"/>
                <a:gd name="connsiteY3" fmla="*/ 0 h 64007"/>
                <a:gd name="connsiteX4" fmla="*/ 64008 w 64007"/>
                <a:gd name="connsiteY4" fmla="*/ 32004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7" h="64007">
                  <a:moveTo>
                    <a:pt x="64008" y="32004"/>
                  </a:moveTo>
                  <a:cubicBezTo>
                    <a:pt x="64008" y="49679"/>
                    <a:pt x="49679" y="64008"/>
                    <a:pt x="32004" y="64008"/>
                  </a:cubicBezTo>
                  <a:cubicBezTo>
                    <a:pt x="14329" y="64008"/>
                    <a:pt x="0" y="49679"/>
                    <a:pt x="0" y="32004"/>
                  </a:cubicBezTo>
                  <a:cubicBezTo>
                    <a:pt x="0" y="14329"/>
                    <a:pt x="14329" y="0"/>
                    <a:pt x="32004" y="0"/>
                  </a:cubicBezTo>
                  <a:cubicBezTo>
                    <a:pt x="49679" y="0"/>
                    <a:pt x="64008" y="14329"/>
                    <a:pt x="64008" y="320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7" name="任意多边形: 形状 96"/>
            <p:cNvSpPr/>
            <p:nvPr/>
          </p:nvSpPr>
          <p:spPr>
            <a:xfrm>
              <a:off x="5941980" y="3505676"/>
              <a:ext cx="79438" cy="79438"/>
            </a:xfrm>
            <a:custGeom>
              <a:avLst/>
              <a:gdLst>
                <a:gd name="connsiteX0" fmla="*/ 39719 w 79438"/>
                <a:gd name="connsiteY0" fmla="*/ 79438 h 79438"/>
                <a:gd name="connsiteX1" fmla="*/ 79438 w 79438"/>
                <a:gd name="connsiteY1" fmla="*/ 39719 h 79438"/>
                <a:gd name="connsiteX2" fmla="*/ 39719 w 79438"/>
                <a:gd name="connsiteY2" fmla="*/ 0 h 79438"/>
                <a:gd name="connsiteX3" fmla="*/ 0 w 79438"/>
                <a:gd name="connsiteY3" fmla="*/ 39719 h 79438"/>
                <a:gd name="connsiteX4" fmla="*/ 39719 w 79438"/>
                <a:gd name="connsiteY4" fmla="*/ 79438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438" h="79438">
                  <a:moveTo>
                    <a:pt x="39719" y="79438"/>
                  </a:moveTo>
                  <a:cubicBezTo>
                    <a:pt x="61627" y="79438"/>
                    <a:pt x="79438" y="61627"/>
                    <a:pt x="79438" y="39719"/>
                  </a:cubicBezTo>
                  <a:cubicBezTo>
                    <a:pt x="79438" y="17812"/>
                    <a:pt x="61627" y="0"/>
                    <a:pt x="39719" y="0"/>
                  </a:cubicBezTo>
                  <a:cubicBezTo>
                    <a:pt x="17812" y="0"/>
                    <a:pt x="0" y="17812"/>
                    <a:pt x="0" y="39719"/>
                  </a:cubicBezTo>
                  <a:cubicBezTo>
                    <a:pt x="0" y="61722"/>
                    <a:pt x="17812" y="79438"/>
                    <a:pt x="39719" y="794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8" name="任意多边形: 形状 97"/>
            <p:cNvSpPr/>
            <p:nvPr/>
          </p:nvSpPr>
          <p:spPr>
            <a:xfrm>
              <a:off x="6053232" y="3501675"/>
              <a:ext cx="87629" cy="87629"/>
            </a:xfrm>
            <a:custGeom>
              <a:avLst/>
              <a:gdLst>
                <a:gd name="connsiteX0" fmla="*/ 87630 w 87629"/>
                <a:gd name="connsiteY0" fmla="*/ 43815 h 87629"/>
                <a:gd name="connsiteX1" fmla="*/ 43815 w 87629"/>
                <a:gd name="connsiteY1" fmla="*/ 87630 h 87629"/>
                <a:gd name="connsiteX2" fmla="*/ 0 w 87629"/>
                <a:gd name="connsiteY2" fmla="*/ 43815 h 87629"/>
                <a:gd name="connsiteX3" fmla="*/ 43815 w 87629"/>
                <a:gd name="connsiteY3" fmla="*/ 0 h 87629"/>
                <a:gd name="connsiteX4" fmla="*/ 87630 w 87629"/>
                <a:gd name="connsiteY4" fmla="*/ 43815 h 8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629" h="87629">
                  <a:moveTo>
                    <a:pt x="87630" y="43815"/>
                  </a:moveTo>
                  <a:cubicBezTo>
                    <a:pt x="87630" y="68013"/>
                    <a:pt x="68013" y="87630"/>
                    <a:pt x="43815" y="87630"/>
                  </a:cubicBezTo>
                  <a:cubicBezTo>
                    <a:pt x="19617" y="87630"/>
                    <a:pt x="0" y="68013"/>
                    <a:pt x="0" y="43815"/>
                  </a:cubicBezTo>
                  <a:cubicBezTo>
                    <a:pt x="0" y="19617"/>
                    <a:pt x="19617" y="0"/>
                    <a:pt x="43815" y="0"/>
                  </a:cubicBezTo>
                  <a:cubicBezTo>
                    <a:pt x="68013" y="0"/>
                    <a:pt x="87630" y="19617"/>
                    <a:pt x="87630" y="43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99" name="任意多边形: 形状 98"/>
            <p:cNvSpPr/>
            <p:nvPr/>
          </p:nvSpPr>
          <p:spPr>
            <a:xfrm>
              <a:off x="6172199" y="3505200"/>
              <a:ext cx="80581" cy="80581"/>
            </a:xfrm>
            <a:custGeom>
              <a:avLst/>
              <a:gdLst>
                <a:gd name="connsiteX0" fmla="*/ 40291 w 80581"/>
                <a:gd name="connsiteY0" fmla="*/ 80581 h 80581"/>
                <a:gd name="connsiteX1" fmla="*/ 80582 w 80581"/>
                <a:gd name="connsiteY1" fmla="*/ 40291 h 80581"/>
                <a:gd name="connsiteX2" fmla="*/ 40291 w 80581"/>
                <a:gd name="connsiteY2" fmla="*/ 0 h 80581"/>
                <a:gd name="connsiteX3" fmla="*/ 0 w 80581"/>
                <a:gd name="connsiteY3" fmla="*/ 40291 h 80581"/>
                <a:gd name="connsiteX4" fmla="*/ 40291 w 80581"/>
                <a:gd name="connsiteY4" fmla="*/ 80581 h 80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581" h="80581">
                  <a:moveTo>
                    <a:pt x="40291" y="80581"/>
                  </a:moveTo>
                  <a:cubicBezTo>
                    <a:pt x="62580" y="80581"/>
                    <a:pt x="80582" y="62484"/>
                    <a:pt x="80582" y="40291"/>
                  </a:cubicBezTo>
                  <a:cubicBezTo>
                    <a:pt x="80582" y="18002"/>
                    <a:pt x="62484" y="0"/>
                    <a:pt x="40291" y="0"/>
                  </a:cubicBezTo>
                  <a:cubicBezTo>
                    <a:pt x="18098" y="0"/>
                    <a:pt x="0" y="18098"/>
                    <a:pt x="0" y="40291"/>
                  </a:cubicBezTo>
                  <a:cubicBezTo>
                    <a:pt x="-95" y="62484"/>
                    <a:pt x="18003" y="80581"/>
                    <a:pt x="40291" y="805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0" name="任意多边形: 形状 99"/>
            <p:cNvSpPr/>
            <p:nvPr/>
          </p:nvSpPr>
          <p:spPr>
            <a:xfrm>
              <a:off x="6295167" y="3512820"/>
              <a:ext cx="65341" cy="65341"/>
            </a:xfrm>
            <a:custGeom>
              <a:avLst/>
              <a:gdLst>
                <a:gd name="connsiteX0" fmla="*/ 65341 w 65341"/>
                <a:gd name="connsiteY0" fmla="*/ 32671 h 65341"/>
                <a:gd name="connsiteX1" fmla="*/ 32671 w 65341"/>
                <a:gd name="connsiteY1" fmla="*/ 65342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1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1" y="32671"/>
                  </a:moveTo>
                  <a:cubicBezTo>
                    <a:pt x="65341" y="50714"/>
                    <a:pt x="50714" y="65342"/>
                    <a:pt x="32671" y="65342"/>
                  </a:cubicBezTo>
                  <a:cubicBezTo>
                    <a:pt x="14627" y="65342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1" y="14627"/>
                    <a:pt x="65341" y="32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6419564" y="3521678"/>
              <a:ext cx="47434" cy="47434"/>
            </a:xfrm>
            <a:custGeom>
              <a:avLst/>
              <a:gdLst>
                <a:gd name="connsiteX0" fmla="*/ 23717 w 47434"/>
                <a:gd name="connsiteY0" fmla="*/ 47434 h 47434"/>
                <a:gd name="connsiteX1" fmla="*/ 47434 w 47434"/>
                <a:gd name="connsiteY1" fmla="*/ 23717 h 47434"/>
                <a:gd name="connsiteX2" fmla="*/ 23717 w 47434"/>
                <a:gd name="connsiteY2" fmla="*/ 0 h 47434"/>
                <a:gd name="connsiteX3" fmla="*/ 0 w 47434"/>
                <a:gd name="connsiteY3" fmla="*/ 23717 h 47434"/>
                <a:gd name="connsiteX4" fmla="*/ 23717 w 47434"/>
                <a:gd name="connsiteY4" fmla="*/ 47434 h 4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34" h="47434">
                  <a:moveTo>
                    <a:pt x="23717" y="47434"/>
                  </a:moveTo>
                  <a:cubicBezTo>
                    <a:pt x="36767" y="47434"/>
                    <a:pt x="47434" y="36862"/>
                    <a:pt x="47434" y="23717"/>
                  </a:cubicBezTo>
                  <a:cubicBezTo>
                    <a:pt x="47434" y="10668"/>
                    <a:pt x="36862" y="0"/>
                    <a:pt x="23717" y="0"/>
                  </a:cubicBezTo>
                  <a:cubicBezTo>
                    <a:pt x="10668" y="0"/>
                    <a:pt x="0" y="10573"/>
                    <a:pt x="0" y="23717"/>
                  </a:cubicBezTo>
                  <a:cubicBezTo>
                    <a:pt x="0" y="36862"/>
                    <a:pt x="10573" y="47434"/>
                    <a:pt x="23717" y="4743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2" name="任意多边形: 形状 101"/>
            <p:cNvSpPr/>
            <p:nvPr/>
          </p:nvSpPr>
          <p:spPr>
            <a:xfrm>
              <a:off x="6544246" y="3531108"/>
              <a:ext cx="28765" cy="28765"/>
            </a:xfrm>
            <a:custGeom>
              <a:avLst/>
              <a:gdLst>
                <a:gd name="connsiteX0" fmla="*/ 14383 w 28765"/>
                <a:gd name="connsiteY0" fmla="*/ 28765 h 28765"/>
                <a:gd name="connsiteX1" fmla="*/ 28766 w 28765"/>
                <a:gd name="connsiteY1" fmla="*/ 14383 h 28765"/>
                <a:gd name="connsiteX2" fmla="*/ 14383 w 28765"/>
                <a:gd name="connsiteY2" fmla="*/ 0 h 28765"/>
                <a:gd name="connsiteX3" fmla="*/ 0 w 28765"/>
                <a:gd name="connsiteY3" fmla="*/ 14383 h 28765"/>
                <a:gd name="connsiteX4" fmla="*/ 14383 w 28765"/>
                <a:gd name="connsiteY4" fmla="*/ 28765 h 2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65" h="28765">
                  <a:moveTo>
                    <a:pt x="14383" y="28765"/>
                  </a:moveTo>
                  <a:cubicBezTo>
                    <a:pt x="22289" y="28765"/>
                    <a:pt x="28766" y="22288"/>
                    <a:pt x="28766" y="14383"/>
                  </a:cubicBezTo>
                  <a:cubicBezTo>
                    <a:pt x="28766" y="6477"/>
                    <a:pt x="22289" y="0"/>
                    <a:pt x="14383" y="0"/>
                  </a:cubicBezTo>
                  <a:cubicBezTo>
                    <a:pt x="6477" y="0"/>
                    <a:pt x="0" y="6477"/>
                    <a:pt x="0" y="14383"/>
                  </a:cubicBezTo>
                  <a:cubicBezTo>
                    <a:pt x="0" y="22288"/>
                    <a:pt x="6477" y="28765"/>
                    <a:pt x="14383" y="28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3" name="任意多边形: 形状 102"/>
            <p:cNvSpPr/>
            <p:nvPr/>
          </p:nvSpPr>
          <p:spPr>
            <a:xfrm>
              <a:off x="6668928" y="3540347"/>
              <a:ext cx="10287" cy="10287"/>
            </a:xfrm>
            <a:custGeom>
              <a:avLst/>
              <a:gdLst>
                <a:gd name="connsiteX0" fmla="*/ 10287 w 10287"/>
                <a:gd name="connsiteY0" fmla="*/ 5144 h 10287"/>
                <a:gd name="connsiteX1" fmla="*/ 5144 w 10287"/>
                <a:gd name="connsiteY1" fmla="*/ 10287 h 10287"/>
                <a:gd name="connsiteX2" fmla="*/ 0 w 10287"/>
                <a:gd name="connsiteY2" fmla="*/ 5144 h 10287"/>
                <a:gd name="connsiteX3" fmla="*/ 5144 w 10287"/>
                <a:gd name="connsiteY3" fmla="*/ 0 h 10287"/>
                <a:gd name="connsiteX4" fmla="*/ 10287 w 10287"/>
                <a:gd name="connsiteY4" fmla="*/ 5144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7">
                  <a:moveTo>
                    <a:pt x="10287" y="5144"/>
                  </a:moveTo>
                  <a:cubicBezTo>
                    <a:pt x="10287" y="7984"/>
                    <a:pt x="7984" y="10287"/>
                    <a:pt x="5144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4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4" name="任意多边形: 形状 103"/>
            <p:cNvSpPr/>
            <p:nvPr/>
          </p:nvSpPr>
          <p:spPr>
            <a:xfrm>
              <a:off x="5517832" y="3658552"/>
              <a:ext cx="4571" cy="4572"/>
            </a:xfrm>
            <a:custGeom>
              <a:avLst/>
              <a:gdLst>
                <a:gd name="connsiteX0" fmla="*/ 2286 w 4571"/>
                <a:gd name="connsiteY0" fmla="*/ 4572 h 4572"/>
                <a:gd name="connsiteX1" fmla="*/ 4572 w 4571"/>
                <a:gd name="connsiteY1" fmla="*/ 2286 h 4572"/>
                <a:gd name="connsiteX2" fmla="*/ 2286 w 4571"/>
                <a:gd name="connsiteY2" fmla="*/ 0 h 4572"/>
                <a:gd name="connsiteX3" fmla="*/ 0 w 4571"/>
                <a:gd name="connsiteY3" fmla="*/ 2286 h 4572"/>
                <a:gd name="connsiteX4" fmla="*/ 2286 w 4571"/>
                <a:gd name="connsiteY4" fmla="*/ 4572 h 4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1" h="4572">
                  <a:moveTo>
                    <a:pt x="2286" y="4572"/>
                  </a:moveTo>
                  <a:cubicBezTo>
                    <a:pt x="3524" y="4572"/>
                    <a:pt x="4572" y="3524"/>
                    <a:pt x="4572" y="2286"/>
                  </a:cubicBezTo>
                  <a:cubicBezTo>
                    <a:pt x="4572" y="1048"/>
                    <a:pt x="3524" y="0"/>
                    <a:pt x="2286" y="0"/>
                  </a:cubicBezTo>
                  <a:cubicBezTo>
                    <a:pt x="1048" y="0"/>
                    <a:pt x="0" y="1048"/>
                    <a:pt x="0" y="2286"/>
                  </a:cubicBezTo>
                  <a:cubicBezTo>
                    <a:pt x="0" y="3524"/>
                    <a:pt x="1048" y="4572"/>
                    <a:pt x="2286" y="4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5" name="任意多边形: 形状 104"/>
            <p:cNvSpPr/>
            <p:nvPr/>
          </p:nvSpPr>
          <p:spPr>
            <a:xfrm>
              <a:off x="5625179" y="3650646"/>
              <a:ext cx="20478" cy="20478"/>
            </a:xfrm>
            <a:custGeom>
              <a:avLst/>
              <a:gdLst>
                <a:gd name="connsiteX0" fmla="*/ 10287 w 20478"/>
                <a:gd name="connsiteY0" fmla="*/ 20479 h 20478"/>
                <a:gd name="connsiteX1" fmla="*/ 20479 w 20478"/>
                <a:gd name="connsiteY1" fmla="*/ 10192 h 20478"/>
                <a:gd name="connsiteX2" fmla="*/ 10287 w 20478"/>
                <a:gd name="connsiteY2" fmla="*/ 0 h 20478"/>
                <a:gd name="connsiteX3" fmla="*/ 0 w 20478"/>
                <a:gd name="connsiteY3" fmla="*/ 10192 h 20478"/>
                <a:gd name="connsiteX4" fmla="*/ 10287 w 20478"/>
                <a:gd name="connsiteY4" fmla="*/ 20479 h 2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78" h="20478">
                  <a:moveTo>
                    <a:pt x="10287" y="20479"/>
                  </a:moveTo>
                  <a:cubicBezTo>
                    <a:pt x="15907" y="20479"/>
                    <a:pt x="20479" y="15907"/>
                    <a:pt x="20479" y="10192"/>
                  </a:cubicBezTo>
                  <a:cubicBezTo>
                    <a:pt x="20479" y="4572"/>
                    <a:pt x="15907" y="0"/>
                    <a:pt x="10287" y="0"/>
                  </a:cubicBezTo>
                  <a:cubicBezTo>
                    <a:pt x="4667" y="0"/>
                    <a:pt x="0" y="4572"/>
                    <a:pt x="0" y="10192"/>
                  </a:cubicBezTo>
                  <a:cubicBezTo>
                    <a:pt x="95" y="15907"/>
                    <a:pt x="4667" y="20479"/>
                    <a:pt x="10287" y="2047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6" name="任意多边形: 形状 105"/>
            <p:cNvSpPr/>
            <p:nvPr/>
          </p:nvSpPr>
          <p:spPr>
            <a:xfrm>
              <a:off x="5732049" y="3641979"/>
              <a:ext cx="37718" cy="37718"/>
            </a:xfrm>
            <a:custGeom>
              <a:avLst/>
              <a:gdLst>
                <a:gd name="connsiteX0" fmla="*/ 18859 w 37718"/>
                <a:gd name="connsiteY0" fmla="*/ 37719 h 37718"/>
                <a:gd name="connsiteX1" fmla="*/ 37719 w 37718"/>
                <a:gd name="connsiteY1" fmla="*/ 18859 h 37718"/>
                <a:gd name="connsiteX2" fmla="*/ 18859 w 37718"/>
                <a:gd name="connsiteY2" fmla="*/ 0 h 37718"/>
                <a:gd name="connsiteX3" fmla="*/ 0 w 37718"/>
                <a:gd name="connsiteY3" fmla="*/ 18859 h 37718"/>
                <a:gd name="connsiteX4" fmla="*/ 18859 w 37718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18859" y="37719"/>
                  </a:moveTo>
                  <a:cubicBezTo>
                    <a:pt x="29242" y="37719"/>
                    <a:pt x="37719" y="29242"/>
                    <a:pt x="37719" y="18859"/>
                  </a:cubicBezTo>
                  <a:cubicBezTo>
                    <a:pt x="37719" y="8477"/>
                    <a:pt x="29242" y="0"/>
                    <a:pt x="18859" y="0"/>
                  </a:cubicBezTo>
                  <a:cubicBezTo>
                    <a:pt x="8477" y="0"/>
                    <a:pt x="0" y="8477"/>
                    <a:pt x="0" y="18859"/>
                  </a:cubicBezTo>
                  <a:cubicBezTo>
                    <a:pt x="0" y="29337"/>
                    <a:pt x="8382" y="37719"/>
                    <a:pt x="18859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7" name="任意多边形: 形状 106"/>
            <p:cNvSpPr/>
            <p:nvPr/>
          </p:nvSpPr>
          <p:spPr>
            <a:xfrm>
              <a:off x="5840063" y="3634644"/>
              <a:ext cx="52387" cy="52387"/>
            </a:xfrm>
            <a:custGeom>
              <a:avLst/>
              <a:gdLst>
                <a:gd name="connsiteX0" fmla="*/ 52388 w 52387"/>
                <a:gd name="connsiteY0" fmla="*/ 26194 h 52387"/>
                <a:gd name="connsiteX1" fmla="*/ 26194 w 52387"/>
                <a:gd name="connsiteY1" fmla="*/ 52387 h 52387"/>
                <a:gd name="connsiteX2" fmla="*/ 0 w 52387"/>
                <a:gd name="connsiteY2" fmla="*/ 26194 h 52387"/>
                <a:gd name="connsiteX3" fmla="*/ 26194 w 52387"/>
                <a:gd name="connsiteY3" fmla="*/ 0 h 52387"/>
                <a:gd name="connsiteX4" fmla="*/ 52388 w 52387"/>
                <a:gd name="connsiteY4" fmla="*/ 26194 h 5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" h="52387">
                  <a:moveTo>
                    <a:pt x="52388" y="26194"/>
                  </a:moveTo>
                  <a:cubicBezTo>
                    <a:pt x="52388" y="40660"/>
                    <a:pt x="40660" y="52387"/>
                    <a:pt x="26194" y="52387"/>
                  </a:cubicBezTo>
                  <a:cubicBezTo>
                    <a:pt x="11727" y="52387"/>
                    <a:pt x="0" y="40660"/>
                    <a:pt x="0" y="26194"/>
                  </a:cubicBezTo>
                  <a:cubicBezTo>
                    <a:pt x="0" y="11727"/>
                    <a:pt x="11727" y="0"/>
                    <a:pt x="26194" y="0"/>
                  </a:cubicBezTo>
                  <a:cubicBezTo>
                    <a:pt x="40660" y="0"/>
                    <a:pt x="52388" y="11727"/>
                    <a:pt x="52388" y="261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8" name="任意多边形: 形状 107"/>
            <p:cNvSpPr/>
            <p:nvPr/>
          </p:nvSpPr>
          <p:spPr>
            <a:xfrm>
              <a:off x="5949695" y="3628834"/>
              <a:ext cx="64008" cy="64007"/>
            </a:xfrm>
            <a:custGeom>
              <a:avLst/>
              <a:gdLst>
                <a:gd name="connsiteX0" fmla="*/ 32004 w 64008"/>
                <a:gd name="connsiteY0" fmla="*/ 64008 h 64007"/>
                <a:gd name="connsiteX1" fmla="*/ 64008 w 64008"/>
                <a:gd name="connsiteY1" fmla="*/ 32004 h 64007"/>
                <a:gd name="connsiteX2" fmla="*/ 32004 w 64008"/>
                <a:gd name="connsiteY2" fmla="*/ 0 h 64007"/>
                <a:gd name="connsiteX3" fmla="*/ 0 w 64008"/>
                <a:gd name="connsiteY3" fmla="*/ 32004 h 64007"/>
                <a:gd name="connsiteX4" fmla="*/ 32004 w 64008"/>
                <a:gd name="connsiteY4" fmla="*/ 64008 h 64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08" h="64007">
                  <a:moveTo>
                    <a:pt x="32004" y="64008"/>
                  </a:moveTo>
                  <a:cubicBezTo>
                    <a:pt x="49721" y="64008"/>
                    <a:pt x="64008" y="49720"/>
                    <a:pt x="64008" y="32004"/>
                  </a:cubicBezTo>
                  <a:cubicBezTo>
                    <a:pt x="64008" y="14288"/>
                    <a:pt x="49721" y="0"/>
                    <a:pt x="32004" y="0"/>
                  </a:cubicBezTo>
                  <a:cubicBezTo>
                    <a:pt x="14288" y="0"/>
                    <a:pt x="0" y="14288"/>
                    <a:pt x="0" y="32004"/>
                  </a:cubicBezTo>
                  <a:cubicBezTo>
                    <a:pt x="0" y="49720"/>
                    <a:pt x="14288" y="64008"/>
                    <a:pt x="32004" y="640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09" name="任意多边形: 形状 108"/>
            <p:cNvSpPr/>
            <p:nvPr/>
          </p:nvSpPr>
          <p:spPr>
            <a:xfrm>
              <a:off x="6062471" y="3626262"/>
              <a:ext cx="69151" cy="69151"/>
            </a:xfrm>
            <a:custGeom>
              <a:avLst/>
              <a:gdLst>
                <a:gd name="connsiteX0" fmla="*/ 34576 w 69151"/>
                <a:gd name="connsiteY0" fmla="*/ 69152 h 69151"/>
                <a:gd name="connsiteX1" fmla="*/ 69151 w 69151"/>
                <a:gd name="connsiteY1" fmla="*/ 34576 h 69151"/>
                <a:gd name="connsiteX2" fmla="*/ 34576 w 69151"/>
                <a:gd name="connsiteY2" fmla="*/ 0 h 69151"/>
                <a:gd name="connsiteX3" fmla="*/ 0 w 69151"/>
                <a:gd name="connsiteY3" fmla="*/ 34576 h 69151"/>
                <a:gd name="connsiteX4" fmla="*/ 34576 w 69151"/>
                <a:gd name="connsiteY4" fmla="*/ 69152 h 6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51" h="69151">
                  <a:moveTo>
                    <a:pt x="34576" y="69152"/>
                  </a:moveTo>
                  <a:cubicBezTo>
                    <a:pt x="53626" y="69152"/>
                    <a:pt x="69151" y="53721"/>
                    <a:pt x="69151" y="34576"/>
                  </a:cubicBezTo>
                  <a:cubicBezTo>
                    <a:pt x="69151" y="15431"/>
                    <a:pt x="53721" y="0"/>
                    <a:pt x="34576" y="0"/>
                  </a:cubicBezTo>
                  <a:cubicBezTo>
                    <a:pt x="15430" y="0"/>
                    <a:pt x="0" y="15431"/>
                    <a:pt x="0" y="34576"/>
                  </a:cubicBezTo>
                  <a:cubicBezTo>
                    <a:pt x="0" y="53721"/>
                    <a:pt x="15526" y="69152"/>
                    <a:pt x="34576" y="691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0" name="任意多边形: 形状 109"/>
            <p:cNvSpPr/>
            <p:nvPr/>
          </p:nvSpPr>
          <p:spPr>
            <a:xfrm>
              <a:off x="6179820" y="3628167"/>
              <a:ext cx="65341" cy="65341"/>
            </a:xfrm>
            <a:custGeom>
              <a:avLst/>
              <a:gdLst>
                <a:gd name="connsiteX0" fmla="*/ 65342 w 65341"/>
                <a:gd name="connsiteY0" fmla="*/ 32671 h 65341"/>
                <a:gd name="connsiteX1" fmla="*/ 32671 w 65341"/>
                <a:gd name="connsiteY1" fmla="*/ 65341 h 65341"/>
                <a:gd name="connsiteX2" fmla="*/ 0 w 65341"/>
                <a:gd name="connsiteY2" fmla="*/ 32671 h 65341"/>
                <a:gd name="connsiteX3" fmla="*/ 32671 w 65341"/>
                <a:gd name="connsiteY3" fmla="*/ 0 h 65341"/>
                <a:gd name="connsiteX4" fmla="*/ 65342 w 65341"/>
                <a:gd name="connsiteY4" fmla="*/ 32671 h 6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341" h="65341">
                  <a:moveTo>
                    <a:pt x="65342" y="32671"/>
                  </a:moveTo>
                  <a:cubicBezTo>
                    <a:pt x="65342" y="50714"/>
                    <a:pt x="50714" y="65341"/>
                    <a:pt x="32671" y="65341"/>
                  </a:cubicBezTo>
                  <a:cubicBezTo>
                    <a:pt x="14627" y="65341"/>
                    <a:pt x="0" y="50714"/>
                    <a:pt x="0" y="32671"/>
                  </a:cubicBezTo>
                  <a:cubicBezTo>
                    <a:pt x="0" y="14627"/>
                    <a:pt x="14627" y="0"/>
                    <a:pt x="32671" y="0"/>
                  </a:cubicBezTo>
                  <a:cubicBezTo>
                    <a:pt x="50714" y="0"/>
                    <a:pt x="65342" y="14627"/>
                    <a:pt x="65342" y="32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1" name="任意多边形: 形状 110"/>
            <p:cNvSpPr/>
            <p:nvPr/>
          </p:nvSpPr>
          <p:spPr>
            <a:xfrm>
              <a:off x="6300978" y="3633978"/>
              <a:ext cx="53720" cy="53720"/>
            </a:xfrm>
            <a:custGeom>
              <a:avLst/>
              <a:gdLst>
                <a:gd name="connsiteX0" fmla="*/ 53721 w 53720"/>
                <a:gd name="connsiteY0" fmla="*/ 26860 h 53720"/>
                <a:gd name="connsiteX1" fmla="*/ 26861 w 53720"/>
                <a:gd name="connsiteY1" fmla="*/ 53721 h 53720"/>
                <a:gd name="connsiteX2" fmla="*/ 0 w 53720"/>
                <a:gd name="connsiteY2" fmla="*/ 26860 h 53720"/>
                <a:gd name="connsiteX3" fmla="*/ 26861 w 53720"/>
                <a:gd name="connsiteY3" fmla="*/ 0 h 53720"/>
                <a:gd name="connsiteX4" fmla="*/ 53721 w 53720"/>
                <a:gd name="connsiteY4" fmla="*/ 26860 h 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20" h="53720">
                  <a:moveTo>
                    <a:pt x="53721" y="26860"/>
                  </a:moveTo>
                  <a:cubicBezTo>
                    <a:pt x="53721" y="41695"/>
                    <a:pt x="41695" y="53721"/>
                    <a:pt x="26861" y="53721"/>
                  </a:cubicBezTo>
                  <a:cubicBezTo>
                    <a:pt x="12026" y="53721"/>
                    <a:pt x="0" y="41695"/>
                    <a:pt x="0" y="26860"/>
                  </a:cubicBezTo>
                  <a:cubicBezTo>
                    <a:pt x="0" y="12026"/>
                    <a:pt x="12026" y="0"/>
                    <a:pt x="26861" y="0"/>
                  </a:cubicBezTo>
                  <a:cubicBezTo>
                    <a:pt x="41695" y="0"/>
                    <a:pt x="53721" y="12026"/>
                    <a:pt x="53721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2" name="任意多边形: 形状 111"/>
            <p:cNvSpPr/>
            <p:nvPr/>
          </p:nvSpPr>
          <p:spPr>
            <a:xfrm>
              <a:off x="6423755" y="3641312"/>
              <a:ext cx="39052" cy="39052"/>
            </a:xfrm>
            <a:custGeom>
              <a:avLst/>
              <a:gdLst>
                <a:gd name="connsiteX0" fmla="*/ 19526 w 39052"/>
                <a:gd name="connsiteY0" fmla="*/ 39052 h 39052"/>
                <a:gd name="connsiteX1" fmla="*/ 39052 w 39052"/>
                <a:gd name="connsiteY1" fmla="*/ 19526 h 39052"/>
                <a:gd name="connsiteX2" fmla="*/ 19526 w 39052"/>
                <a:gd name="connsiteY2" fmla="*/ 0 h 39052"/>
                <a:gd name="connsiteX3" fmla="*/ 0 w 39052"/>
                <a:gd name="connsiteY3" fmla="*/ 19526 h 39052"/>
                <a:gd name="connsiteX4" fmla="*/ 19526 w 39052"/>
                <a:gd name="connsiteY4" fmla="*/ 39052 h 3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" h="39052">
                  <a:moveTo>
                    <a:pt x="19526" y="39052"/>
                  </a:moveTo>
                  <a:cubicBezTo>
                    <a:pt x="30289" y="39052"/>
                    <a:pt x="39052" y="30290"/>
                    <a:pt x="39052" y="19526"/>
                  </a:cubicBezTo>
                  <a:cubicBezTo>
                    <a:pt x="39052" y="8763"/>
                    <a:pt x="30289" y="0"/>
                    <a:pt x="19526" y="0"/>
                  </a:cubicBezTo>
                  <a:cubicBezTo>
                    <a:pt x="8763" y="0"/>
                    <a:pt x="0" y="8763"/>
                    <a:pt x="0" y="19526"/>
                  </a:cubicBezTo>
                  <a:cubicBezTo>
                    <a:pt x="0" y="30290"/>
                    <a:pt x="8668" y="39052"/>
                    <a:pt x="19526" y="390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3" name="任意多边形: 形状 112"/>
            <p:cNvSpPr/>
            <p:nvPr/>
          </p:nvSpPr>
          <p:spPr>
            <a:xfrm>
              <a:off x="6547389" y="3649599"/>
              <a:ext cx="22479" cy="22479"/>
            </a:xfrm>
            <a:custGeom>
              <a:avLst/>
              <a:gdLst>
                <a:gd name="connsiteX0" fmla="*/ 22479 w 22479"/>
                <a:gd name="connsiteY0" fmla="*/ 11239 h 22479"/>
                <a:gd name="connsiteX1" fmla="*/ 11239 w 22479"/>
                <a:gd name="connsiteY1" fmla="*/ 22479 h 22479"/>
                <a:gd name="connsiteX2" fmla="*/ 0 w 22479"/>
                <a:gd name="connsiteY2" fmla="*/ 11239 h 22479"/>
                <a:gd name="connsiteX3" fmla="*/ 11239 w 22479"/>
                <a:gd name="connsiteY3" fmla="*/ 0 h 22479"/>
                <a:gd name="connsiteX4" fmla="*/ 22479 w 22479"/>
                <a:gd name="connsiteY4" fmla="*/ 11239 h 2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22479">
                  <a:moveTo>
                    <a:pt x="22479" y="11239"/>
                  </a:moveTo>
                  <a:cubicBezTo>
                    <a:pt x="22479" y="17447"/>
                    <a:pt x="17447" y="22479"/>
                    <a:pt x="11239" y="22479"/>
                  </a:cubicBezTo>
                  <a:cubicBezTo>
                    <a:pt x="5032" y="22479"/>
                    <a:pt x="0" y="17447"/>
                    <a:pt x="0" y="11239"/>
                  </a:cubicBezTo>
                  <a:cubicBezTo>
                    <a:pt x="0" y="5032"/>
                    <a:pt x="5032" y="0"/>
                    <a:pt x="11239" y="0"/>
                  </a:cubicBezTo>
                  <a:cubicBezTo>
                    <a:pt x="17447" y="0"/>
                    <a:pt x="22479" y="5032"/>
                    <a:pt x="22479" y="11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4" name="任意多边形: 形状 113"/>
            <p:cNvSpPr/>
            <p:nvPr/>
          </p:nvSpPr>
          <p:spPr>
            <a:xfrm>
              <a:off x="6671500" y="3658266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5" name="任意多边形: 形状 114"/>
            <p:cNvSpPr/>
            <p:nvPr/>
          </p:nvSpPr>
          <p:spPr>
            <a:xfrm>
              <a:off x="5519832" y="3775995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6" name="任意多边形: 形状 115"/>
            <p:cNvSpPr/>
            <p:nvPr/>
          </p:nvSpPr>
          <p:spPr>
            <a:xfrm>
              <a:off x="5630037" y="3770852"/>
              <a:ext cx="10858" cy="10858"/>
            </a:xfrm>
            <a:custGeom>
              <a:avLst/>
              <a:gdLst>
                <a:gd name="connsiteX0" fmla="*/ 10859 w 10858"/>
                <a:gd name="connsiteY0" fmla="*/ 5429 h 10858"/>
                <a:gd name="connsiteX1" fmla="*/ 5429 w 10858"/>
                <a:gd name="connsiteY1" fmla="*/ 10858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9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9" y="5429"/>
                  </a:moveTo>
                  <a:cubicBezTo>
                    <a:pt x="10859" y="8428"/>
                    <a:pt x="8428" y="10858"/>
                    <a:pt x="5429" y="10858"/>
                  </a:cubicBezTo>
                  <a:cubicBezTo>
                    <a:pt x="2431" y="10858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9" y="2431"/>
                    <a:pt x="10859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7" name="任意多边形: 形状 116"/>
            <p:cNvSpPr/>
            <p:nvPr/>
          </p:nvSpPr>
          <p:spPr>
            <a:xfrm>
              <a:off x="5738144" y="3763518"/>
              <a:ext cx="25528" cy="25527"/>
            </a:xfrm>
            <a:custGeom>
              <a:avLst/>
              <a:gdLst>
                <a:gd name="connsiteX0" fmla="*/ 12765 w 25528"/>
                <a:gd name="connsiteY0" fmla="*/ 25527 h 25527"/>
                <a:gd name="connsiteX1" fmla="*/ 25528 w 25528"/>
                <a:gd name="connsiteY1" fmla="*/ 12763 h 25527"/>
                <a:gd name="connsiteX2" fmla="*/ 12765 w 25528"/>
                <a:gd name="connsiteY2" fmla="*/ 0 h 25527"/>
                <a:gd name="connsiteX3" fmla="*/ 1 w 25528"/>
                <a:gd name="connsiteY3" fmla="*/ 12763 h 25527"/>
                <a:gd name="connsiteX4" fmla="*/ 12765 w 25528"/>
                <a:gd name="connsiteY4" fmla="*/ 25527 h 2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528" h="25527">
                  <a:moveTo>
                    <a:pt x="12765" y="25527"/>
                  </a:moveTo>
                  <a:cubicBezTo>
                    <a:pt x="19813" y="25527"/>
                    <a:pt x="25528" y="19812"/>
                    <a:pt x="25528" y="12763"/>
                  </a:cubicBezTo>
                  <a:cubicBezTo>
                    <a:pt x="25528" y="5715"/>
                    <a:pt x="19813" y="0"/>
                    <a:pt x="12765" y="0"/>
                  </a:cubicBezTo>
                  <a:cubicBezTo>
                    <a:pt x="5716" y="0"/>
                    <a:pt x="1" y="5715"/>
                    <a:pt x="1" y="12763"/>
                  </a:cubicBezTo>
                  <a:cubicBezTo>
                    <a:pt x="-94" y="19812"/>
                    <a:pt x="5716" y="25527"/>
                    <a:pt x="12765" y="2552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8" name="任意多边形: 形状 117"/>
            <p:cNvSpPr/>
            <p:nvPr/>
          </p:nvSpPr>
          <p:spPr>
            <a:xfrm>
              <a:off x="5847397" y="3757422"/>
              <a:ext cx="37718" cy="37718"/>
            </a:xfrm>
            <a:custGeom>
              <a:avLst/>
              <a:gdLst>
                <a:gd name="connsiteX0" fmla="*/ 18859 w 37718"/>
                <a:gd name="connsiteY0" fmla="*/ 37719 h 37718"/>
                <a:gd name="connsiteX1" fmla="*/ 37719 w 37718"/>
                <a:gd name="connsiteY1" fmla="*/ 18859 h 37718"/>
                <a:gd name="connsiteX2" fmla="*/ 18859 w 37718"/>
                <a:gd name="connsiteY2" fmla="*/ 0 h 37718"/>
                <a:gd name="connsiteX3" fmla="*/ 0 w 37718"/>
                <a:gd name="connsiteY3" fmla="*/ 18859 h 37718"/>
                <a:gd name="connsiteX4" fmla="*/ 18859 w 37718"/>
                <a:gd name="connsiteY4" fmla="*/ 37719 h 3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718" h="37718">
                  <a:moveTo>
                    <a:pt x="18859" y="37719"/>
                  </a:moveTo>
                  <a:cubicBezTo>
                    <a:pt x="29242" y="37719"/>
                    <a:pt x="37719" y="29242"/>
                    <a:pt x="37719" y="18859"/>
                  </a:cubicBezTo>
                  <a:cubicBezTo>
                    <a:pt x="37719" y="8477"/>
                    <a:pt x="29242" y="0"/>
                    <a:pt x="18859" y="0"/>
                  </a:cubicBezTo>
                  <a:cubicBezTo>
                    <a:pt x="8477" y="0"/>
                    <a:pt x="0" y="8477"/>
                    <a:pt x="0" y="18859"/>
                  </a:cubicBezTo>
                  <a:cubicBezTo>
                    <a:pt x="0" y="29242"/>
                    <a:pt x="8477" y="37719"/>
                    <a:pt x="18859" y="3771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19" name="任意多边形: 形状 118"/>
            <p:cNvSpPr/>
            <p:nvPr/>
          </p:nvSpPr>
          <p:spPr>
            <a:xfrm>
              <a:off x="5958363" y="3752850"/>
              <a:ext cx="46672" cy="46767"/>
            </a:xfrm>
            <a:custGeom>
              <a:avLst/>
              <a:gdLst>
                <a:gd name="connsiteX0" fmla="*/ 23336 w 46672"/>
                <a:gd name="connsiteY0" fmla="*/ 46768 h 46767"/>
                <a:gd name="connsiteX1" fmla="*/ 46673 w 46672"/>
                <a:gd name="connsiteY1" fmla="*/ 23431 h 46767"/>
                <a:gd name="connsiteX2" fmla="*/ 23336 w 46672"/>
                <a:gd name="connsiteY2" fmla="*/ 0 h 46767"/>
                <a:gd name="connsiteX3" fmla="*/ 0 w 46672"/>
                <a:gd name="connsiteY3" fmla="*/ 23336 h 46767"/>
                <a:gd name="connsiteX4" fmla="*/ 23336 w 46672"/>
                <a:gd name="connsiteY4" fmla="*/ 46768 h 4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672" h="46767">
                  <a:moveTo>
                    <a:pt x="23336" y="46768"/>
                  </a:moveTo>
                  <a:cubicBezTo>
                    <a:pt x="36195" y="46768"/>
                    <a:pt x="46673" y="36290"/>
                    <a:pt x="46673" y="23431"/>
                  </a:cubicBezTo>
                  <a:cubicBezTo>
                    <a:pt x="46673" y="10573"/>
                    <a:pt x="36195" y="0"/>
                    <a:pt x="23336" y="0"/>
                  </a:cubicBezTo>
                  <a:cubicBezTo>
                    <a:pt x="10478" y="0"/>
                    <a:pt x="0" y="10477"/>
                    <a:pt x="0" y="23336"/>
                  </a:cubicBezTo>
                  <a:cubicBezTo>
                    <a:pt x="0" y="36195"/>
                    <a:pt x="10382" y="46768"/>
                    <a:pt x="23336" y="4676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0" name="任意多边形: 形状 119"/>
            <p:cNvSpPr/>
            <p:nvPr/>
          </p:nvSpPr>
          <p:spPr>
            <a:xfrm>
              <a:off x="6072092" y="3751325"/>
              <a:ext cx="49910" cy="49911"/>
            </a:xfrm>
            <a:custGeom>
              <a:avLst/>
              <a:gdLst>
                <a:gd name="connsiteX0" fmla="*/ 24955 w 49910"/>
                <a:gd name="connsiteY0" fmla="*/ 49911 h 49911"/>
                <a:gd name="connsiteX1" fmla="*/ 49911 w 49910"/>
                <a:gd name="connsiteY1" fmla="*/ 24956 h 49911"/>
                <a:gd name="connsiteX2" fmla="*/ 24955 w 49910"/>
                <a:gd name="connsiteY2" fmla="*/ 0 h 49911"/>
                <a:gd name="connsiteX3" fmla="*/ 0 w 49910"/>
                <a:gd name="connsiteY3" fmla="*/ 24956 h 49911"/>
                <a:gd name="connsiteX4" fmla="*/ 24955 w 49910"/>
                <a:gd name="connsiteY4" fmla="*/ 49911 h 49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10" h="49911">
                  <a:moveTo>
                    <a:pt x="24955" y="49911"/>
                  </a:moveTo>
                  <a:cubicBezTo>
                    <a:pt x="38767" y="49911"/>
                    <a:pt x="49911" y="38767"/>
                    <a:pt x="49911" y="24956"/>
                  </a:cubicBezTo>
                  <a:cubicBezTo>
                    <a:pt x="49911" y="11144"/>
                    <a:pt x="38767" y="0"/>
                    <a:pt x="24955" y="0"/>
                  </a:cubicBezTo>
                  <a:cubicBezTo>
                    <a:pt x="11144" y="0"/>
                    <a:pt x="0" y="11144"/>
                    <a:pt x="0" y="24956"/>
                  </a:cubicBezTo>
                  <a:cubicBezTo>
                    <a:pt x="0" y="38672"/>
                    <a:pt x="11144" y="49911"/>
                    <a:pt x="24955" y="499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1" name="任意多边形: 形状 120"/>
            <p:cNvSpPr/>
            <p:nvPr/>
          </p:nvSpPr>
          <p:spPr>
            <a:xfrm>
              <a:off x="6188773" y="3752468"/>
              <a:ext cx="47434" cy="47434"/>
            </a:xfrm>
            <a:custGeom>
              <a:avLst/>
              <a:gdLst>
                <a:gd name="connsiteX0" fmla="*/ 23717 w 47434"/>
                <a:gd name="connsiteY0" fmla="*/ 47435 h 47434"/>
                <a:gd name="connsiteX1" fmla="*/ 47435 w 47434"/>
                <a:gd name="connsiteY1" fmla="*/ 23717 h 47434"/>
                <a:gd name="connsiteX2" fmla="*/ 23717 w 47434"/>
                <a:gd name="connsiteY2" fmla="*/ 0 h 47434"/>
                <a:gd name="connsiteX3" fmla="*/ 0 w 47434"/>
                <a:gd name="connsiteY3" fmla="*/ 23717 h 47434"/>
                <a:gd name="connsiteX4" fmla="*/ 23717 w 47434"/>
                <a:gd name="connsiteY4" fmla="*/ 47435 h 47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434" h="47434">
                  <a:moveTo>
                    <a:pt x="23717" y="47435"/>
                  </a:moveTo>
                  <a:cubicBezTo>
                    <a:pt x="36767" y="47435"/>
                    <a:pt x="47435" y="36862"/>
                    <a:pt x="47435" y="23717"/>
                  </a:cubicBezTo>
                  <a:cubicBezTo>
                    <a:pt x="47435" y="10668"/>
                    <a:pt x="36862" y="0"/>
                    <a:pt x="23717" y="0"/>
                  </a:cubicBezTo>
                  <a:cubicBezTo>
                    <a:pt x="10573" y="0"/>
                    <a:pt x="0" y="10573"/>
                    <a:pt x="0" y="23717"/>
                  </a:cubicBezTo>
                  <a:cubicBezTo>
                    <a:pt x="0" y="36862"/>
                    <a:pt x="10573" y="47435"/>
                    <a:pt x="23717" y="474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2" name="任意多边形: 形状 121"/>
            <p:cNvSpPr/>
            <p:nvPr/>
          </p:nvSpPr>
          <p:spPr>
            <a:xfrm>
              <a:off x="6308312" y="3756755"/>
              <a:ext cx="39052" cy="39052"/>
            </a:xfrm>
            <a:custGeom>
              <a:avLst/>
              <a:gdLst>
                <a:gd name="connsiteX0" fmla="*/ 19526 w 39052"/>
                <a:gd name="connsiteY0" fmla="*/ 39052 h 39052"/>
                <a:gd name="connsiteX1" fmla="*/ 39052 w 39052"/>
                <a:gd name="connsiteY1" fmla="*/ 19526 h 39052"/>
                <a:gd name="connsiteX2" fmla="*/ 19526 w 39052"/>
                <a:gd name="connsiteY2" fmla="*/ 0 h 39052"/>
                <a:gd name="connsiteX3" fmla="*/ 0 w 39052"/>
                <a:gd name="connsiteY3" fmla="*/ 19526 h 39052"/>
                <a:gd name="connsiteX4" fmla="*/ 19526 w 39052"/>
                <a:gd name="connsiteY4" fmla="*/ 39052 h 39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052" h="39052">
                  <a:moveTo>
                    <a:pt x="19526" y="39052"/>
                  </a:moveTo>
                  <a:cubicBezTo>
                    <a:pt x="30290" y="39052"/>
                    <a:pt x="39052" y="30289"/>
                    <a:pt x="39052" y="19526"/>
                  </a:cubicBezTo>
                  <a:cubicBezTo>
                    <a:pt x="39052" y="8763"/>
                    <a:pt x="30290" y="0"/>
                    <a:pt x="19526" y="0"/>
                  </a:cubicBezTo>
                  <a:cubicBezTo>
                    <a:pt x="8763" y="0"/>
                    <a:pt x="0" y="8763"/>
                    <a:pt x="0" y="19526"/>
                  </a:cubicBezTo>
                  <a:cubicBezTo>
                    <a:pt x="0" y="30289"/>
                    <a:pt x="8763" y="39052"/>
                    <a:pt x="19526" y="3905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3" name="任意多边形: 形状 122"/>
            <p:cNvSpPr/>
            <p:nvPr/>
          </p:nvSpPr>
          <p:spPr>
            <a:xfrm>
              <a:off x="6429851" y="3762851"/>
              <a:ext cx="26860" cy="26860"/>
            </a:xfrm>
            <a:custGeom>
              <a:avLst/>
              <a:gdLst>
                <a:gd name="connsiteX0" fmla="*/ 13430 w 26860"/>
                <a:gd name="connsiteY0" fmla="*/ 26860 h 26860"/>
                <a:gd name="connsiteX1" fmla="*/ 26860 w 26860"/>
                <a:gd name="connsiteY1" fmla="*/ 13430 h 26860"/>
                <a:gd name="connsiteX2" fmla="*/ 13430 w 26860"/>
                <a:gd name="connsiteY2" fmla="*/ 0 h 26860"/>
                <a:gd name="connsiteX3" fmla="*/ 0 w 26860"/>
                <a:gd name="connsiteY3" fmla="*/ 13430 h 26860"/>
                <a:gd name="connsiteX4" fmla="*/ 13430 w 26860"/>
                <a:gd name="connsiteY4" fmla="*/ 26860 h 2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860" h="26860">
                  <a:moveTo>
                    <a:pt x="13430" y="26860"/>
                  </a:moveTo>
                  <a:cubicBezTo>
                    <a:pt x="20860" y="26860"/>
                    <a:pt x="26860" y="20860"/>
                    <a:pt x="26860" y="13430"/>
                  </a:cubicBezTo>
                  <a:cubicBezTo>
                    <a:pt x="26860" y="6001"/>
                    <a:pt x="20860" y="0"/>
                    <a:pt x="13430" y="0"/>
                  </a:cubicBezTo>
                  <a:cubicBezTo>
                    <a:pt x="6001" y="0"/>
                    <a:pt x="0" y="6001"/>
                    <a:pt x="0" y="13430"/>
                  </a:cubicBezTo>
                  <a:cubicBezTo>
                    <a:pt x="0" y="20860"/>
                    <a:pt x="6001" y="26860"/>
                    <a:pt x="13430" y="2686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4" name="任意多边形: 形状 123"/>
            <p:cNvSpPr/>
            <p:nvPr/>
          </p:nvSpPr>
          <p:spPr>
            <a:xfrm>
              <a:off x="6552533" y="3770185"/>
              <a:ext cx="12192" cy="12192"/>
            </a:xfrm>
            <a:custGeom>
              <a:avLst/>
              <a:gdLst>
                <a:gd name="connsiteX0" fmla="*/ 12192 w 12192"/>
                <a:gd name="connsiteY0" fmla="*/ 6096 h 12192"/>
                <a:gd name="connsiteX1" fmla="*/ 6096 w 12192"/>
                <a:gd name="connsiteY1" fmla="*/ 12192 h 12192"/>
                <a:gd name="connsiteX2" fmla="*/ 0 w 12192"/>
                <a:gd name="connsiteY2" fmla="*/ 6096 h 12192"/>
                <a:gd name="connsiteX3" fmla="*/ 6096 w 12192"/>
                <a:gd name="connsiteY3" fmla="*/ 0 h 12192"/>
                <a:gd name="connsiteX4" fmla="*/ 12192 w 12192"/>
                <a:gd name="connsiteY4" fmla="*/ 6096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" h="12192">
                  <a:moveTo>
                    <a:pt x="12192" y="6096"/>
                  </a:moveTo>
                  <a:cubicBezTo>
                    <a:pt x="12192" y="9463"/>
                    <a:pt x="9463" y="12192"/>
                    <a:pt x="6096" y="12192"/>
                  </a:cubicBezTo>
                  <a:cubicBezTo>
                    <a:pt x="2729" y="12192"/>
                    <a:pt x="0" y="9463"/>
                    <a:pt x="0" y="6096"/>
                  </a:cubicBezTo>
                  <a:cubicBezTo>
                    <a:pt x="0" y="2729"/>
                    <a:pt x="2729" y="0"/>
                    <a:pt x="6096" y="0"/>
                  </a:cubicBezTo>
                  <a:cubicBezTo>
                    <a:pt x="9463" y="0"/>
                    <a:pt x="12192" y="2729"/>
                    <a:pt x="12192" y="6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5" name="任意多边形: 形状 124"/>
            <p:cNvSpPr/>
            <p:nvPr/>
          </p:nvSpPr>
          <p:spPr>
            <a:xfrm>
              <a:off x="6673786" y="3775995"/>
              <a:ext cx="571" cy="571"/>
            </a:xfrm>
            <a:custGeom>
              <a:avLst/>
              <a:gdLst>
                <a:gd name="connsiteX0" fmla="*/ 572 w 571"/>
                <a:gd name="connsiteY0" fmla="*/ 286 h 571"/>
                <a:gd name="connsiteX1" fmla="*/ 286 w 571"/>
                <a:gd name="connsiteY1" fmla="*/ 571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2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2" y="286"/>
                  </a:moveTo>
                  <a:cubicBezTo>
                    <a:pt x="572" y="444"/>
                    <a:pt x="444" y="571"/>
                    <a:pt x="286" y="571"/>
                  </a:cubicBezTo>
                  <a:cubicBezTo>
                    <a:pt x="128" y="571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2" y="128"/>
                    <a:pt x="572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5634513" y="3890676"/>
              <a:ext cx="1904" cy="1904"/>
            </a:xfrm>
            <a:custGeom>
              <a:avLst/>
              <a:gdLst>
                <a:gd name="connsiteX0" fmla="*/ 952 w 1904"/>
                <a:gd name="connsiteY0" fmla="*/ 1905 h 1904"/>
                <a:gd name="connsiteX1" fmla="*/ 1905 w 1904"/>
                <a:gd name="connsiteY1" fmla="*/ 952 h 1904"/>
                <a:gd name="connsiteX2" fmla="*/ 952 w 1904"/>
                <a:gd name="connsiteY2" fmla="*/ 0 h 1904"/>
                <a:gd name="connsiteX3" fmla="*/ 0 w 1904"/>
                <a:gd name="connsiteY3" fmla="*/ 952 h 1904"/>
                <a:gd name="connsiteX4" fmla="*/ 952 w 1904"/>
                <a:gd name="connsiteY4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" h="1904">
                  <a:moveTo>
                    <a:pt x="952" y="1905"/>
                  </a:moveTo>
                  <a:cubicBezTo>
                    <a:pt x="1524" y="1905"/>
                    <a:pt x="1905" y="1429"/>
                    <a:pt x="1905" y="952"/>
                  </a:cubicBezTo>
                  <a:cubicBezTo>
                    <a:pt x="1905" y="381"/>
                    <a:pt x="1429" y="0"/>
                    <a:pt x="952" y="0"/>
                  </a:cubicBezTo>
                  <a:cubicBezTo>
                    <a:pt x="381" y="0"/>
                    <a:pt x="0" y="476"/>
                    <a:pt x="0" y="952"/>
                  </a:cubicBezTo>
                  <a:cubicBezTo>
                    <a:pt x="0" y="1524"/>
                    <a:pt x="476" y="1905"/>
                    <a:pt x="952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5745480" y="3886200"/>
              <a:ext cx="10858" cy="10858"/>
            </a:xfrm>
            <a:custGeom>
              <a:avLst/>
              <a:gdLst>
                <a:gd name="connsiteX0" fmla="*/ 10859 w 10858"/>
                <a:gd name="connsiteY0" fmla="*/ 5429 h 10858"/>
                <a:gd name="connsiteX1" fmla="*/ 5429 w 10858"/>
                <a:gd name="connsiteY1" fmla="*/ 10858 h 10858"/>
                <a:gd name="connsiteX2" fmla="*/ 0 w 10858"/>
                <a:gd name="connsiteY2" fmla="*/ 5429 h 10858"/>
                <a:gd name="connsiteX3" fmla="*/ 5429 w 10858"/>
                <a:gd name="connsiteY3" fmla="*/ 0 h 10858"/>
                <a:gd name="connsiteX4" fmla="*/ 10859 w 10858"/>
                <a:gd name="connsiteY4" fmla="*/ 5429 h 10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58" h="10858">
                  <a:moveTo>
                    <a:pt x="10859" y="5429"/>
                  </a:moveTo>
                  <a:cubicBezTo>
                    <a:pt x="10859" y="8428"/>
                    <a:pt x="8428" y="10858"/>
                    <a:pt x="5429" y="10858"/>
                  </a:cubicBezTo>
                  <a:cubicBezTo>
                    <a:pt x="2431" y="10858"/>
                    <a:pt x="0" y="8428"/>
                    <a:pt x="0" y="5429"/>
                  </a:cubicBezTo>
                  <a:cubicBezTo>
                    <a:pt x="0" y="2431"/>
                    <a:pt x="2431" y="0"/>
                    <a:pt x="5429" y="0"/>
                  </a:cubicBezTo>
                  <a:cubicBezTo>
                    <a:pt x="8428" y="0"/>
                    <a:pt x="10859" y="2431"/>
                    <a:pt x="10859" y="54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5855684" y="3881056"/>
              <a:ext cx="21145" cy="21145"/>
            </a:xfrm>
            <a:custGeom>
              <a:avLst/>
              <a:gdLst>
                <a:gd name="connsiteX0" fmla="*/ 21146 w 21145"/>
                <a:gd name="connsiteY0" fmla="*/ 10573 h 21145"/>
                <a:gd name="connsiteX1" fmla="*/ 10573 w 21145"/>
                <a:gd name="connsiteY1" fmla="*/ 21146 h 21145"/>
                <a:gd name="connsiteX2" fmla="*/ 0 w 21145"/>
                <a:gd name="connsiteY2" fmla="*/ 10573 h 21145"/>
                <a:gd name="connsiteX3" fmla="*/ 10573 w 21145"/>
                <a:gd name="connsiteY3" fmla="*/ 0 h 21145"/>
                <a:gd name="connsiteX4" fmla="*/ 21146 w 21145"/>
                <a:gd name="connsiteY4" fmla="*/ 10573 h 2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45" h="21145">
                  <a:moveTo>
                    <a:pt x="21146" y="10573"/>
                  </a:moveTo>
                  <a:cubicBezTo>
                    <a:pt x="21146" y="16412"/>
                    <a:pt x="16412" y="21146"/>
                    <a:pt x="10573" y="21146"/>
                  </a:cubicBezTo>
                  <a:cubicBezTo>
                    <a:pt x="4734" y="21146"/>
                    <a:pt x="0" y="16412"/>
                    <a:pt x="0" y="10573"/>
                  </a:cubicBezTo>
                  <a:cubicBezTo>
                    <a:pt x="0" y="4734"/>
                    <a:pt x="4734" y="0"/>
                    <a:pt x="10573" y="0"/>
                  </a:cubicBezTo>
                  <a:cubicBezTo>
                    <a:pt x="16412" y="0"/>
                    <a:pt x="21146" y="4734"/>
                    <a:pt x="21146" y="1057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5967603" y="3877532"/>
              <a:ext cx="28193" cy="28194"/>
            </a:xfrm>
            <a:custGeom>
              <a:avLst/>
              <a:gdLst>
                <a:gd name="connsiteX0" fmla="*/ 14097 w 28193"/>
                <a:gd name="connsiteY0" fmla="*/ 28194 h 28194"/>
                <a:gd name="connsiteX1" fmla="*/ 28194 w 28193"/>
                <a:gd name="connsiteY1" fmla="*/ 14097 h 28194"/>
                <a:gd name="connsiteX2" fmla="*/ 14097 w 28193"/>
                <a:gd name="connsiteY2" fmla="*/ 0 h 28194"/>
                <a:gd name="connsiteX3" fmla="*/ 0 w 28193"/>
                <a:gd name="connsiteY3" fmla="*/ 14097 h 28194"/>
                <a:gd name="connsiteX4" fmla="*/ 14097 w 28193"/>
                <a:gd name="connsiteY4" fmla="*/ 28194 h 2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93" h="28194">
                  <a:moveTo>
                    <a:pt x="14097" y="28194"/>
                  </a:moveTo>
                  <a:cubicBezTo>
                    <a:pt x="21907" y="28194"/>
                    <a:pt x="28194" y="21908"/>
                    <a:pt x="28194" y="14097"/>
                  </a:cubicBezTo>
                  <a:cubicBezTo>
                    <a:pt x="28194" y="6287"/>
                    <a:pt x="21907" y="0"/>
                    <a:pt x="14097" y="0"/>
                  </a:cubicBezTo>
                  <a:cubicBezTo>
                    <a:pt x="6286" y="0"/>
                    <a:pt x="0" y="6287"/>
                    <a:pt x="0" y="14097"/>
                  </a:cubicBezTo>
                  <a:cubicBezTo>
                    <a:pt x="0" y="21908"/>
                    <a:pt x="6286" y="28194"/>
                    <a:pt x="14097" y="281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6081712" y="3876293"/>
              <a:ext cx="30670" cy="30670"/>
            </a:xfrm>
            <a:custGeom>
              <a:avLst/>
              <a:gdLst>
                <a:gd name="connsiteX0" fmla="*/ 15335 w 30670"/>
                <a:gd name="connsiteY0" fmla="*/ 30671 h 30670"/>
                <a:gd name="connsiteX1" fmla="*/ 30671 w 30670"/>
                <a:gd name="connsiteY1" fmla="*/ 15335 h 30670"/>
                <a:gd name="connsiteX2" fmla="*/ 15335 w 30670"/>
                <a:gd name="connsiteY2" fmla="*/ 0 h 30670"/>
                <a:gd name="connsiteX3" fmla="*/ 0 w 30670"/>
                <a:gd name="connsiteY3" fmla="*/ 15335 h 30670"/>
                <a:gd name="connsiteX4" fmla="*/ 15335 w 30670"/>
                <a:gd name="connsiteY4" fmla="*/ 30671 h 3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0" h="30670">
                  <a:moveTo>
                    <a:pt x="15335" y="30671"/>
                  </a:moveTo>
                  <a:cubicBezTo>
                    <a:pt x="23813" y="30671"/>
                    <a:pt x="30671" y="23813"/>
                    <a:pt x="30671" y="15335"/>
                  </a:cubicBezTo>
                  <a:cubicBezTo>
                    <a:pt x="30671" y="6858"/>
                    <a:pt x="23813" y="0"/>
                    <a:pt x="15335" y="0"/>
                  </a:cubicBezTo>
                  <a:cubicBezTo>
                    <a:pt x="6858" y="0"/>
                    <a:pt x="0" y="6858"/>
                    <a:pt x="0" y="15335"/>
                  </a:cubicBezTo>
                  <a:cubicBezTo>
                    <a:pt x="0" y="23813"/>
                    <a:pt x="6858" y="30671"/>
                    <a:pt x="15335" y="30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6198108" y="3877246"/>
              <a:ext cx="28765" cy="28765"/>
            </a:xfrm>
            <a:custGeom>
              <a:avLst/>
              <a:gdLst>
                <a:gd name="connsiteX0" fmla="*/ 14383 w 28765"/>
                <a:gd name="connsiteY0" fmla="*/ 28766 h 28765"/>
                <a:gd name="connsiteX1" fmla="*/ 28765 w 28765"/>
                <a:gd name="connsiteY1" fmla="*/ 14383 h 28765"/>
                <a:gd name="connsiteX2" fmla="*/ 14383 w 28765"/>
                <a:gd name="connsiteY2" fmla="*/ 0 h 28765"/>
                <a:gd name="connsiteX3" fmla="*/ 0 w 28765"/>
                <a:gd name="connsiteY3" fmla="*/ 14383 h 28765"/>
                <a:gd name="connsiteX4" fmla="*/ 14383 w 28765"/>
                <a:gd name="connsiteY4" fmla="*/ 28766 h 2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65" h="28765">
                  <a:moveTo>
                    <a:pt x="14383" y="28766"/>
                  </a:moveTo>
                  <a:cubicBezTo>
                    <a:pt x="22288" y="28766"/>
                    <a:pt x="28765" y="22289"/>
                    <a:pt x="28765" y="14383"/>
                  </a:cubicBezTo>
                  <a:cubicBezTo>
                    <a:pt x="28765" y="6477"/>
                    <a:pt x="22288" y="0"/>
                    <a:pt x="14383" y="0"/>
                  </a:cubicBezTo>
                  <a:cubicBezTo>
                    <a:pt x="6477" y="0"/>
                    <a:pt x="0" y="6477"/>
                    <a:pt x="0" y="14383"/>
                  </a:cubicBezTo>
                  <a:cubicBezTo>
                    <a:pt x="0" y="22289"/>
                    <a:pt x="6382" y="28766"/>
                    <a:pt x="14383" y="28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2" name="任意多边形: 形状 131"/>
            <p:cNvSpPr/>
            <p:nvPr/>
          </p:nvSpPr>
          <p:spPr>
            <a:xfrm>
              <a:off x="6316599" y="3880389"/>
              <a:ext cx="22479" cy="22479"/>
            </a:xfrm>
            <a:custGeom>
              <a:avLst/>
              <a:gdLst>
                <a:gd name="connsiteX0" fmla="*/ 22479 w 22479"/>
                <a:gd name="connsiteY0" fmla="*/ 11239 h 22479"/>
                <a:gd name="connsiteX1" fmla="*/ 11239 w 22479"/>
                <a:gd name="connsiteY1" fmla="*/ 22479 h 22479"/>
                <a:gd name="connsiteX2" fmla="*/ 0 w 22479"/>
                <a:gd name="connsiteY2" fmla="*/ 11239 h 22479"/>
                <a:gd name="connsiteX3" fmla="*/ 11239 w 22479"/>
                <a:gd name="connsiteY3" fmla="*/ 0 h 22479"/>
                <a:gd name="connsiteX4" fmla="*/ 22479 w 22479"/>
                <a:gd name="connsiteY4" fmla="*/ 11239 h 2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22479">
                  <a:moveTo>
                    <a:pt x="22479" y="11239"/>
                  </a:moveTo>
                  <a:cubicBezTo>
                    <a:pt x="22479" y="17447"/>
                    <a:pt x="17447" y="22479"/>
                    <a:pt x="11239" y="22479"/>
                  </a:cubicBezTo>
                  <a:cubicBezTo>
                    <a:pt x="5032" y="22479"/>
                    <a:pt x="0" y="17447"/>
                    <a:pt x="0" y="11239"/>
                  </a:cubicBezTo>
                  <a:cubicBezTo>
                    <a:pt x="0" y="5032"/>
                    <a:pt x="5032" y="0"/>
                    <a:pt x="11239" y="0"/>
                  </a:cubicBezTo>
                  <a:cubicBezTo>
                    <a:pt x="17447" y="0"/>
                    <a:pt x="22479" y="5032"/>
                    <a:pt x="22479" y="11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6437185" y="3885533"/>
              <a:ext cx="12192" cy="12192"/>
            </a:xfrm>
            <a:custGeom>
              <a:avLst/>
              <a:gdLst>
                <a:gd name="connsiteX0" fmla="*/ 12192 w 12192"/>
                <a:gd name="connsiteY0" fmla="*/ 6096 h 12192"/>
                <a:gd name="connsiteX1" fmla="*/ 6096 w 12192"/>
                <a:gd name="connsiteY1" fmla="*/ 12192 h 12192"/>
                <a:gd name="connsiteX2" fmla="*/ 0 w 12192"/>
                <a:gd name="connsiteY2" fmla="*/ 6096 h 12192"/>
                <a:gd name="connsiteX3" fmla="*/ 6096 w 12192"/>
                <a:gd name="connsiteY3" fmla="*/ 0 h 12192"/>
                <a:gd name="connsiteX4" fmla="*/ 12192 w 12192"/>
                <a:gd name="connsiteY4" fmla="*/ 6096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" h="12192">
                  <a:moveTo>
                    <a:pt x="12192" y="6096"/>
                  </a:moveTo>
                  <a:cubicBezTo>
                    <a:pt x="12192" y="9463"/>
                    <a:pt x="9463" y="12192"/>
                    <a:pt x="6096" y="12192"/>
                  </a:cubicBezTo>
                  <a:cubicBezTo>
                    <a:pt x="2729" y="12192"/>
                    <a:pt x="0" y="9463"/>
                    <a:pt x="0" y="6096"/>
                  </a:cubicBezTo>
                  <a:cubicBezTo>
                    <a:pt x="0" y="2729"/>
                    <a:pt x="2729" y="0"/>
                    <a:pt x="6096" y="0"/>
                  </a:cubicBezTo>
                  <a:cubicBezTo>
                    <a:pt x="9463" y="0"/>
                    <a:pt x="12192" y="2729"/>
                    <a:pt x="12192" y="609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557676" y="3890676"/>
              <a:ext cx="1904" cy="1904"/>
            </a:xfrm>
            <a:custGeom>
              <a:avLst/>
              <a:gdLst>
                <a:gd name="connsiteX0" fmla="*/ 952 w 1904"/>
                <a:gd name="connsiteY0" fmla="*/ 1905 h 1904"/>
                <a:gd name="connsiteX1" fmla="*/ 1905 w 1904"/>
                <a:gd name="connsiteY1" fmla="*/ 952 h 1904"/>
                <a:gd name="connsiteX2" fmla="*/ 952 w 1904"/>
                <a:gd name="connsiteY2" fmla="*/ 0 h 1904"/>
                <a:gd name="connsiteX3" fmla="*/ 0 w 1904"/>
                <a:gd name="connsiteY3" fmla="*/ 952 h 1904"/>
                <a:gd name="connsiteX4" fmla="*/ 952 w 1904"/>
                <a:gd name="connsiteY4" fmla="*/ 1905 h 1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4" h="1904">
                  <a:moveTo>
                    <a:pt x="952" y="1905"/>
                  </a:moveTo>
                  <a:cubicBezTo>
                    <a:pt x="1524" y="1905"/>
                    <a:pt x="1905" y="1429"/>
                    <a:pt x="1905" y="952"/>
                  </a:cubicBezTo>
                  <a:cubicBezTo>
                    <a:pt x="1905" y="381"/>
                    <a:pt x="1429" y="0"/>
                    <a:pt x="952" y="0"/>
                  </a:cubicBezTo>
                  <a:cubicBezTo>
                    <a:pt x="381" y="0"/>
                    <a:pt x="0" y="476"/>
                    <a:pt x="0" y="952"/>
                  </a:cubicBezTo>
                  <a:cubicBezTo>
                    <a:pt x="0" y="1524"/>
                    <a:pt x="476" y="1905"/>
                    <a:pt x="952" y="1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5" name="任意多边形: 形状 134"/>
            <p:cNvSpPr/>
            <p:nvPr/>
          </p:nvSpPr>
          <p:spPr>
            <a:xfrm>
              <a:off x="5750623" y="4006786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6" name="任意多边形: 形状 135"/>
            <p:cNvSpPr/>
            <p:nvPr/>
          </p:nvSpPr>
          <p:spPr>
            <a:xfrm>
              <a:off x="5863685" y="4004500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7" name="任意多边形: 形状 136"/>
            <p:cNvSpPr/>
            <p:nvPr/>
          </p:nvSpPr>
          <p:spPr>
            <a:xfrm>
              <a:off x="5976934" y="4002309"/>
              <a:ext cx="9527" cy="9525"/>
            </a:xfrm>
            <a:custGeom>
              <a:avLst/>
              <a:gdLst>
                <a:gd name="connsiteX0" fmla="*/ 4765 w 9527"/>
                <a:gd name="connsiteY0" fmla="*/ 9525 h 9525"/>
                <a:gd name="connsiteX1" fmla="*/ 9528 w 9527"/>
                <a:gd name="connsiteY1" fmla="*/ 4763 h 9525"/>
                <a:gd name="connsiteX2" fmla="*/ 4765 w 9527"/>
                <a:gd name="connsiteY2" fmla="*/ 0 h 9525"/>
                <a:gd name="connsiteX3" fmla="*/ 3 w 9527"/>
                <a:gd name="connsiteY3" fmla="*/ 4763 h 9525"/>
                <a:gd name="connsiteX4" fmla="*/ 4765 w 9527"/>
                <a:gd name="connsiteY4" fmla="*/ 9525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7" h="9525">
                  <a:moveTo>
                    <a:pt x="4765" y="9525"/>
                  </a:moveTo>
                  <a:cubicBezTo>
                    <a:pt x="7432" y="9525"/>
                    <a:pt x="9528" y="7334"/>
                    <a:pt x="9528" y="4763"/>
                  </a:cubicBezTo>
                  <a:cubicBezTo>
                    <a:pt x="9528" y="2096"/>
                    <a:pt x="7337" y="0"/>
                    <a:pt x="4765" y="0"/>
                  </a:cubicBezTo>
                  <a:cubicBezTo>
                    <a:pt x="2099" y="0"/>
                    <a:pt x="3" y="2191"/>
                    <a:pt x="3" y="4763"/>
                  </a:cubicBezTo>
                  <a:cubicBezTo>
                    <a:pt x="-92" y="7334"/>
                    <a:pt x="2099" y="9525"/>
                    <a:pt x="4765" y="95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8" name="任意多边形: 形状 137"/>
            <p:cNvSpPr/>
            <p:nvPr/>
          </p:nvSpPr>
          <p:spPr>
            <a:xfrm>
              <a:off x="6091332" y="4001357"/>
              <a:ext cx="11430" cy="11429"/>
            </a:xfrm>
            <a:custGeom>
              <a:avLst/>
              <a:gdLst>
                <a:gd name="connsiteX0" fmla="*/ 11430 w 11430"/>
                <a:gd name="connsiteY0" fmla="*/ 5715 h 11429"/>
                <a:gd name="connsiteX1" fmla="*/ 5715 w 11430"/>
                <a:gd name="connsiteY1" fmla="*/ 11430 h 11429"/>
                <a:gd name="connsiteX2" fmla="*/ 0 w 11430"/>
                <a:gd name="connsiteY2" fmla="*/ 5715 h 11429"/>
                <a:gd name="connsiteX3" fmla="*/ 5715 w 11430"/>
                <a:gd name="connsiteY3" fmla="*/ 0 h 11429"/>
                <a:gd name="connsiteX4" fmla="*/ 11430 w 11430"/>
                <a:gd name="connsiteY4" fmla="*/ 5715 h 1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" h="11429">
                  <a:moveTo>
                    <a:pt x="11430" y="5715"/>
                  </a:moveTo>
                  <a:cubicBezTo>
                    <a:pt x="11430" y="8871"/>
                    <a:pt x="8871" y="11430"/>
                    <a:pt x="5715" y="11430"/>
                  </a:cubicBezTo>
                  <a:cubicBezTo>
                    <a:pt x="2559" y="11430"/>
                    <a:pt x="0" y="8871"/>
                    <a:pt x="0" y="5715"/>
                  </a:cubicBezTo>
                  <a:cubicBezTo>
                    <a:pt x="0" y="2559"/>
                    <a:pt x="2559" y="0"/>
                    <a:pt x="5715" y="0"/>
                  </a:cubicBezTo>
                  <a:cubicBezTo>
                    <a:pt x="8871" y="0"/>
                    <a:pt x="11430" y="2559"/>
                    <a:pt x="11430" y="57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39" name="任意多边形: 形状 138"/>
            <p:cNvSpPr/>
            <p:nvPr/>
          </p:nvSpPr>
          <p:spPr>
            <a:xfrm>
              <a:off x="6207347" y="4001928"/>
              <a:ext cx="10287" cy="10287"/>
            </a:xfrm>
            <a:custGeom>
              <a:avLst/>
              <a:gdLst>
                <a:gd name="connsiteX0" fmla="*/ 10287 w 10287"/>
                <a:gd name="connsiteY0" fmla="*/ 5144 h 10287"/>
                <a:gd name="connsiteX1" fmla="*/ 5143 w 10287"/>
                <a:gd name="connsiteY1" fmla="*/ 10287 h 10287"/>
                <a:gd name="connsiteX2" fmla="*/ 0 w 10287"/>
                <a:gd name="connsiteY2" fmla="*/ 5144 h 10287"/>
                <a:gd name="connsiteX3" fmla="*/ 5143 w 10287"/>
                <a:gd name="connsiteY3" fmla="*/ 0 h 10287"/>
                <a:gd name="connsiteX4" fmla="*/ 10287 w 10287"/>
                <a:gd name="connsiteY4" fmla="*/ 5144 h 10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7" h="10287">
                  <a:moveTo>
                    <a:pt x="10287" y="5144"/>
                  </a:moveTo>
                  <a:cubicBezTo>
                    <a:pt x="10287" y="7984"/>
                    <a:pt x="7984" y="10287"/>
                    <a:pt x="5143" y="10287"/>
                  </a:cubicBezTo>
                  <a:cubicBezTo>
                    <a:pt x="2303" y="10287"/>
                    <a:pt x="0" y="7984"/>
                    <a:pt x="0" y="5144"/>
                  </a:cubicBezTo>
                  <a:cubicBezTo>
                    <a:pt x="0" y="2303"/>
                    <a:pt x="2303" y="0"/>
                    <a:pt x="5143" y="0"/>
                  </a:cubicBezTo>
                  <a:cubicBezTo>
                    <a:pt x="7984" y="0"/>
                    <a:pt x="10287" y="2303"/>
                    <a:pt x="10287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40" name="任意多边形: 形状 139"/>
            <p:cNvSpPr/>
            <p:nvPr/>
          </p:nvSpPr>
          <p:spPr>
            <a:xfrm>
              <a:off x="6325266" y="4004500"/>
              <a:ext cx="5143" cy="5143"/>
            </a:xfrm>
            <a:custGeom>
              <a:avLst/>
              <a:gdLst>
                <a:gd name="connsiteX0" fmla="*/ 2572 w 5143"/>
                <a:gd name="connsiteY0" fmla="*/ 5144 h 5143"/>
                <a:gd name="connsiteX1" fmla="*/ 5144 w 5143"/>
                <a:gd name="connsiteY1" fmla="*/ 2572 h 5143"/>
                <a:gd name="connsiteX2" fmla="*/ 2572 w 5143"/>
                <a:gd name="connsiteY2" fmla="*/ 0 h 5143"/>
                <a:gd name="connsiteX3" fmla="*/ 0 w 5143"/>
                <a:gd name="connsiteY3" fmla="*/ 2572 h 5143"/>
                <a:gd name="connsiteX4" fmla="*/ 2572 w 5143"/>
                <a:gd name="connsiteY4" fmla="*/ 5144 h 5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" h="5143">
                  <a:moveTo>
                    <a:pt x="2572" y="5144"/>
                  </a:moveTo>
                  <a:cubicBezTo>
                    <a:pt x="4000" y="5144"/>
                    <a:pt x="5144" y="4000"/>
                    <a:pt x="5144" y="2572"/>
                  </a:cubicBezTo>
                  <a:cubicBezTo>
                    <a:pt x="5144" y="1143"/>
                    <a:pt x="4000" y="0"/>
                    <a:pt x="2572" y="0"/>
                  </a:cubicBezTo>
                  <a:cubicBezTo>
                    <a:pt x="1143" y="0"/>
                    <a:pt x="0" y="1143"/>
                    <a:pt x="0" y="2572"/>
                  </a:cubicBezTo>
                  <a:cubicBezTo>
                    <a:pt x="0" y="4000"/>
                    <a:pt x="1143" y="5144"/>
                    <a:pt x="2572" y="51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6442995" y="4006786"/>
              <a:ext cx="571" cy="571"/>
            </a:xfrm>
            <a:custGeom>
              <a:avLst/>
              <a:gdLst>
                <a:gd name="connsiteX0" fmla="*/ 571 w 571"/>
                <a:gd name="connsiteY0" fmla="*/ 286 h 571"/>
                <a:gd name="connsiteX1" fmla="*/ 286 w 571"/>
                <a:gd name="connsiteY1" fmla="*/ 572 h 571"/>
                <a:gd name="connsiteX2" fmla="*/ 0 w 571"/>
                <a:gd name="connsiteY2" fmla="*/ 286 h 571"/>
                <a:gd name="connsiteX3" fmla="*/ 286 w 571"/>
                <a:gd name="connsiteY3" fmla="*/ 0 h 571"/>
                <a:gd name="connsiteX4" fmla="*/ 571 w 571"/>
                <a:gd name="connsiteY4" fmla="*/ 286 h 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" h="571">
                  <a:moveTo>
                    <a:pt x="571" y="286"/>
                  </a:moveTo>
                  <a:cubicBezTo>
                    <a:pt x="571" y="444"/>
                    <a:pt x="444" y="572"/>
                    <a:pt x="286" y="572"/>
                  </a:cubicBezTo>
                  <a:cubicBezTo>
                    <a:pt x="128" y="572"/>
                    <a:pt x="0" y="444"/>
                    <a:pt x="0" y="286"/>
                  </a:cubicBezTo>
                  <a:cubicBezTo>
                    <a:pt x="0" y="128"/>
                    <a:pt x="128" y="0"/>
                    <a:pt x="286" y="0"/>
                  </a:cubicBezTo>
                  <a:cubicBezTo>
                    <a:pt x="444" y="0"/>
                    <a:pt x="571" y="128"/>
                    <a:pt x="571" y="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30316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pic>
        <p:nvPicPr>
          <p:cNvPr id="31" name="图片 3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387"/>
          <a:stretch>
            <a:fillRect/>
          </a:stretch>
        </p:blipFill>
        <p:spPr>
          <a:xfrm>
            <a:off x="346320" y="297489"/>
            <a:ext cx="652266" cy="623932"/>
          </a:xfrm>
          <a:prstGeom prst="rect">
            <a:avLst/>
          </a:prstGeom>
        </p:spPr>
      </p:pic>
      <p:sp>
        <p:nvSpPr>
          <p:cNvPr id="30" name="矩形 29"/>
          <p:cNvSpPr/>
          <p:nvPr userDrawn="1"/>
        </p:nvSpPr>
        <p:spPr>
          <a:xfrm>
            <a:off x="8753476" y="4752976"/>
            <a:ext cx="390525" cy="390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25396" y="4811316"/>
            <a:ext cx="2057400" cy="273844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3E75C6D3-133E-4A51-8F1C-F484242B8F05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5C6D3-133E-4A51-8F1C-F484242B8F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1" cstate="print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1"/>
          <a:stretch>
            <a:fillRect/>
          </a:stretch>
        </p:blipFill>
        <p:spPr>
          <a:xfrm>
            <a:off x="0" y="13418"/>
            <a:ext cx="2579654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3864" y="1047274"/>
            <a:ext cx="6331744" cy="1241584"/>
          </a:xfrm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</a:pPr>
            <a:br>
              <a:rPr lang="en-US" altLang="zh-CN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基于随机森林的乳腺癌预测</a:t>
            </a:r>
            <a:r>
              <a:rPr lang="zh-CN" alt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</a:t>
            </a:r>
            <a:endParaRPr lang="zh-CN" altLang="en-US" sz="1800" b="1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50131" y="0"/>
            <a:ext cx="140879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椭圆 5"/>
          <p:cNvSpPr/>
          <p:nvPr/>
        </p:nvSpPr>
        <p:spPr>
          <a:xfrm>
            <a:off x="6765131" y="1682354"/>
            <a:ext cx="1778794" cy="177879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27000">
              <a:schemeClr val="bg1">
                <a:lumMod val="8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143700" y="888298"/>
            <a:ext cx="3125629" cy="1428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2477994" y="3049870"/>
            <a:ext cx="14147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+mn-ea"/>
              </a:rPr>
              <a:t>姓    名：</a:t>
            </a:r>
            <a:r>
              <a:rPr lang="zh-CN" altLang="en-US" sz="1350" dirty="0">
                <a:latin typeface="+mn-ea"/>
              </a:rPr>
              <a:t>谭鹏飞</a:t>
            </a:r>
            <a:endParaRPr lang="zh-CN" altLang="en-US" sz="1350" dirty="0">
              <a:latin typeface="+mn-ea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048" y="1688207"/>
            <a:ext cx="1804877" cy="17939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77994" y="3401273"/>
            <a:ext cx="1826895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+mn-ea"/>
              </a:rPr>
              <a:t>学    号：</a:t>
            </a:r>
            <a:r>
              <a:rPr lang="en-US" altLang="zh-CN" sz="1350" dirty="0">
                <a:latin typeface="+mn-ea"/>
              </a:rPr>
              <a:t>2023218584</a:t>
            </a:r>
            <a:endParaRPr lang="en-US" altLang="zh-CN" sz="1350" dirty="0">
              <a:latin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77994" y="3752676"/>
            <a:ext cx="1465580" cy="299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+mn-ea"/>
              </a:rPr>
              <a:t>老    师：</a:t>
            </a:r>
            <a:r>
              <a:rPr lang="en-US" altLang="zh-CN" sz="1350" dirty="0">
                <a:latin typeface="+mn-ea"/>
              </a:rPr>
              <a:t> </a:t>
            </a:r>
            <a:r>
              <a:rPr lang="zh-CN" sz="1350" dirty="0">
                <a:latin typeface="+mn-ea"/>
              </a:rPr>
              <a:t>殷文斐</a:t>
            </a:r>
            <a:endParaRPr lang="zh-CN" sz="1350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7014" y="473393"/>
            <a:ext cx="23474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机器学习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设计报告</a:t>
            </a:r>
            <a:endParaRPr lang="zh-CN" altLang="en-US">
              <a:highlight>
                <a:srgbClr val="00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文本框 140"/>
          <p:cNvSpPr txBox="1"/>
          <p:nvPr/>
        </p:nvSpPr>
        <p:spPr>
          <a:xfrm>
            <a:off x="676786" y="104775"/>
            <a:ext cx="82296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spc="600" dirty="0">
                <a:solidFill>
                  <a:schemeClr val="bg1"/>
                </a:solidFill>
                <a:latin typeface="+mj-ea"/>
                <a:ea typeface="+mj-ea"/>
              </a:rPr>
              <a:t>0</a:t>
            </a:r>
            <a:endParaRPr lang="zh-CN" altLang="en-US" sz="7200" b="1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627" y="1122150"/>
            <a:ext cx="1097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pc="600" dirty="0">
                <a:solidFill>
                  <a:schemeClr val="bg1"/>
                </a:solidFill>
                <a:latin typeface="+mn-ea"/>
              </a:rPr>
              <a:t>评分细则</a:t>
            </a:r>
            <a:endParaRPr lang="zh-CN" altLang="en-US" sz="1200" spc="6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494824" y="1785461"/>
          <a:ext cx="8767445" cy="2945130"/>
        </p:xfrm>
        <a:graphic>
          <a:graphicData uri="http://schemas.openxmlformats.org/drawingml/2006/table">
            <a:tbl>
              <a:tblPr/>
              <a:tblGrid>
                <a:gridCol w="1645285"/>
                <a:gridCol w="6269990"/>
                <a:gridCol w="852170"/>
              </a:tblGrid>
              <a:tr h="16383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5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“</a:t>
                      </a:r>
                      <a:r>
                        <a:rPr lang="zh-CN" sz="105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机器学习</a:t>
                      </a:r>
                      <a:r>
                        <a:rPr lang="zh-CN" altLang="en-US" sz="105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”设计报告评分细则</a:t>
                      </a:r>
                      <a:endParaRPr lang="zh-CN" altLang="en-US" sz="105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65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成绩等级</a:t>
                      </a:r>
                      <a:endParaRPr lang="zh-CN" sz="900" b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具体表现</a:t>
                      </a:r>
                      <a:endParaRPr lang="zh-CN" sz="900" b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教师评分</a:t>
                      </a:r>
                      <a:endParaRPr lang="zh-CN" sz="900" b="1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t" anchorCtr="0"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13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优秀（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100-90]</a:t>
                      </a:r>
                      <a:endParaRPr lang="en-US" altLang="zh-CN"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zh-CN" altLang="en-US" sz="900" b="1">
                          <a:latin typeface="Times New Roman" panose="02020603050405020304"/>
                          <a:ea typeface="宋体" panose="02010600030101010101" pitchFamily="2" charset="-122"/>
                        </a:rPr>
                        <a:t>课堂上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借助</a:t>
                      </a: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PPT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进行精彩的讲解，内容阐述清晰且逻辑连贯，表达流畅且准确；或在课堂上积极准确回答</a:t>
                      </a: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个及以上的问题并于在线表格中填写问题与准确答案（回答问题见统计表格）。</a:t>
                      </a:r>
                      <a:endParaRPr lang="zh-CN" altLang="en-US"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13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良好（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90-80]</a:t>
                      </a:r>
                      <a:endParaRPr lang="en-US" altLang="zh-CN"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在</a:t>
                      </a:r>
                      <a:r>
                        <a:rPr lang="zh-CN" altLang="en-US" sz="900" b="1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课堂上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借助</a:t>
                      </a: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PPT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进行讲解，内容阐述较为出色，能够较好地介绍所用方法，表达和阐述也较为清晰；或在课堂上积极准确回答</a:t>
                      </a: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个问题并于在线表格中填写问题与准确答案（回答问题见统计表格）。</a:t>
                      </a:r>
                      <a:endParaRPr lang="zh-CN" sz="900" i="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00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中等（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80-70]</a:t>
                      </a:r>
                      <a:endParaRPr lang="en-US" altLang="zh-CN"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 i="0">
                          <a:latin typeface="Segoe UI" panose="020B0502040204020203"/>
                          <a:ea typeface="Segoe UI" panose="020B0502040204020203"/>
                        </a:rPr>
                        <a:t>制作</a:t>
                      </a:r>
                      <a:r>
                        <a:rPr lang="en-US" altLang="zh-CN" sz="900" i="0">
                          <a:latin typeface="Segoe UI" panose="020B0502040204020203"/>
                          <a:ea typeface="Segoe UI" panose="020B0502040204020203"/>
                        </a:rPr>
                        <a:t>PPT, </a:t>
                      </a:r>
                      <a:r>
                        <a:rPr lang="zh-CN" altLang="en-US" sz="900" i="0">
                          <a:latin typeface="Segoe UI" panose="020B0502040204020203"/>
                          <a:ea typeface="宋体" panose="02010600030101010101" pitchFamily="2" charset="-122"/>
                        </a:rPr>
                        <a:t>组内进行讨论与展示，</a:t>
                      </a:r>
                      <a:r>
                        <a:rPr lang="zh-CN" sz="900" i="0">
                          <a:latin typeface="Segoe UI" panose="020B0502040204020203"/>
                          <a:ea typeface="Segoe UI" panose="020B0502040204020203"/>
                        </a:rPr>
                        <a:t>能够基本阐述所讲内容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；且未积极参与课堂提问与互动。</a:t>
                      </a:r>
                      <a:endParaRPr lang="zh-CN" sz="900" i="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及格（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70-60]</a:t>
                      </a:r>
                      <a:endParaRPr lang="en-US" altLang="zh-CN" sz="9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Segoe UI" panose="020B0502040204020203"/>
                          <a:ea typeface="Segoe UI" panose="020B0502040204020203"/>
                          <a:sym typeface="+mn-ea"/>
                        </a:rPr>
                        <a:t>制作</a:t>
                      </a:r>
                      <a:r>
                        <a:rPr lang="en-US" altLang="zh-CN" sz="900">
                          <a:latin typeface="Segoe UI" panose="020B0502040204020203"/>
                          <a:ea typeface="Segoe UI" panose="020B0502040204020203"/>
                          <a:sym typeface="+mn-ea"/>
                        </a:rPr>
                        <a:t>PPT, </a:t>
                      </a:r>
                      <a:r>
                        <a:rPr lang="zh-CN" altLang="en-US" sz="900">
                          <a:latin typeface="Segoe UI" panose="020B0502040204020203"/>
                          <a:ea typeface="宋体" panose="02010600030101010101" pitchFamily="2" charset="-122"/>
                          <a:sym typeface="+mn-ea"/>
                        </a:rPr>
                        <a:t>组内进行讨论与展示，</a:t>
                      </a:r>
                      <a:r>
                        <a:rPr lang="zh-CN" sz="900">
                          <a:latin typeface="Segoe UI" panose="020B0502040204020203"/>
                          <a:ea typeface="Segoe UI" panose="020B0502040204020203"/>
                          <a:sym typeface="+mn-ea"/>
                        </a:rPr>
                        <a:t>能够基本阐述所讲内容，</a:t>
                      </a:r>
                      <a:r>
                        <a:rPr lang="zh-CN" sz="900" i="0">
                          <a:latin typeface="Segoe UI" panose="020B0502040204020203"/>
                          <a:ea typeface="Segoe UI" panose="020B0502040204020203"/>
                        </a:rPr>
                        <a:t>但在表达和阐述方面不够通顺清晰，可能存在一些语病或逻辑不连贯之处，需要进一步提升语言表达能力和逻辑思维能力</a:t>
                      </a:r>
                      <a:r>
                        <a:rPr lang="zh-CN" altLang="en-US" sz="900">
                          <a:latin typeface="Times New Roman" panose="02020603050405020304"/>
                          <a:ea typeface="宋体" panose="02010600030101010101" pitchFamily="2" charset="-122"/>
                          <a:sym typeface="+mn-ea"/>
                        </a:rPr>
                        <a:t>，且未积极参与课堂提问与互动。</a:t>
                      </a:r>
                      <a:endParaRPr lang="zh-CN" sz="900" i="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en-US" altLang="zh-CN"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210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不及格（</a:t>
                      </a:r>
                      <a:r>
                        <a:rPr lang="en-US" altLang="zh-CN" sz="900">
                          <a:latin typeface="Times New Roman" panose="02020603050405020304"/>
                          <a:ea typeface="Times New Roman" panose="02020603050405020304"/>
                        </a:rPr>
                        <a:t>&lt;60</a:t>
                      </a:r>
                      <a:r>
                        <a:rPr lang="zh-CN" sz="9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900">
                          <a:latin typeface="Segoe UI" panose="020B0502040204020203"/>
                          <a:ea typeface="Segoe UI" panose="020B0502040204020203"/>
                          <a:sym typeface="+mn-ea"/>
                        </a:rPr>
                        <a:t>未制作</a:t>
                      </a:r>
                      <a:r>
                        <a:rPr lang="en-US" altLang="zh-CN" sz="900">
                          <a:latin typeface="Segoe UI" panose="020B0502040204020203"/>
                          <a:ea typeface="Segoe UI" panose="020B0502040204020203"/>
                          <a:sym typeface="+mn-ea"/>
                        </a:rPr>
                        <a:t>PPT</a:t>
                      </a:r>
                      <a:r>
                        <a:rPr lang="zh-CN" altLang="en-US" sz="900">
                          <a:latin typeface="Segoe UI" panose="020B0502040204020203"/>
                          <a:ea typeface="宋体" panose="02010600030101010101" pitchFamily="2" charset="-122"/>
                          <a:sym typeface="+mn-ea"/>
                        </a:rPr>
                        <a:t>，且未积极参与课堂提问</a:t>
                      </a:r>
                      <a:r>
                        <a:rPr lang="en-US" altLang="zh-CN" sz="900">
                          <a:latin typeface="Segoe UI" panose="020B0502040204020203"/>
                          <a:ea typeface="Segoe UI" panose="020B0502040204020203"/>
                          <a:sym typeface="+mn-ea"/>
                        </a:rPr>
                        <a:t> </a:t>
                      </a:r>
                      <a:r>
                        <a:rPr lang="zh-CN" sz="900" i="0">
                          <a:latin typeface="Segoe UI" panose="020B0502040204020203"/>
                          <a:ea typeface="Segoe UI" panose="020B0502040204020203"/>
                        </a:rPr>
                        <a:t>。</a:t>
                      </a:r>
                      <a:endParaRPr lang="zh-CN" sz="900" i="0"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969443" y="4785836"/>
            <a:ext cx="1593056" cy="5772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Calibri" panose="020F0502020204030204"/>
                <a:ea typeface="宋体" panose="02010600030101010101" pitchFamily="2" charset="-122"/>
              </a:rPr>
              <a:t>老师签名：</a:t>
            </a:r>
            <a:r>
              <a:rPr lang="zh-CN" altLang="en-US" sz="1575">
                <a:latin typeface="方正舒体" panose="02010601030101010101" charset="-122"/>
                <a:ea typeface="方正舒体" panose="02010601030101010101" charset="-122"/>
              </a:rPr>
              <a:t>殷文斐</a:t>
            </a:r>
            <a:r>
              <a:rPr lang="en-US" altLang="zh-CN" sz="1575">
                <a:latin typeface="方正舒体" panose="02010601030101010101" charset="-122"/>
                <a:ea typeface="方正舒体" panose="02010601030101010101" charset="-122"/>
              </a:rPr>
              <a:t>	</a:t>
            </a:r>
            <a:endParaRPr lang="en-US" altLang="zh-CN" sz="1575">
              <a:latin typeface="方正舒体" panose="02010601030101010101" charset="-122"/>
              <a:ea typeface="方正舒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73152" cy="514350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57200"/>
            <a:ext cx="1645920" cy="1645920"/>
          </a:xfrm>
          <a:prstGeom prst="ellipse">
            <a:avLst/>
          </a:prstGeom>
          <a:solidFill>
            <a:srgbClr val="780000">
              <a:alpha val="40000"/>
            </a:srgbClr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108960"/>
            <a:ext cx="1097280" cy="1097280"/>
          </a:xfrm>
          <a:prstGeom prst="ellipse">
            <a:avLst/>
          </a:prstGeom>
          <a:solidFill>
            <a:srgbClr val="780000">
              <a:alpha val="30000"/>
            </a:srgbClr>
          </a:solidFill>
          <a:ln w="12700">
            <a:solidFill>
              <a:srgbClr val="FDF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🧬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223760" y="329184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DF0D5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56032"/>
            <a:ext cx="5669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合肥工业大学  机器学习课程大作业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685800"/>
            <a:ext cx="5486400" cy="36576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68680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基于随机森林的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5669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09F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乳腺癌预测研究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5669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0D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Breast Cancer Prediction Using Random Forest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4114800" cy="36576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291840"/>
            <a:ext cx="1243584" cy="301752"/>
          </a:xfrm>
          <a:prstGeom prst="roundRect">
            <a:avLst>
              <a:gd name="adj" fmla="val 24242"/>
            </a:avLst>
          </a:prstGeom>
          <a:solidFill>
            <a:srgbClr val="6B0000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91840"/>
            <a:ext cx="124358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73352" y="3291840"/>
            <a:ext cx="1243584" cy="301752"/>
          </a:xfrm>
          <a:prstGeom prst="roundRect">
            <a:avLst>
              <a:gd name="adj" fmla="val 24242"/>
            </a:avLst>
          </a:prstGeom>
          <a:solidFill>
            <a:srgbClr val="6B0000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3352" y="3291840"/>
            <a:ext cx="124358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数据可视化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26664" y="3291840"/>
            <a:ext cx="1243584" cy="301752"/>
          </a:xfrm>
          <a:prstGeom prst="roundRect">
            <a:avLst>
              <a:gd name="adj" fmla="val 24242"/>
            </a:avLst>
          </a:prstGeom>
          <a:solidFill>
            <a:srgbClr val="6B0000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3291840"/>
            <a:ext cx="124358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多模型对比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9976" y="3291840"/>
            <a:ext cx="1243584" cy="301752"/>
          </a:xfrm>
          <a:prstGeom prst="roundRect">
            <a:avLst>
              <a:gd name="adj" fmla="val 24242"/>
            </a:avLst>
          </a:prstGeom>
          <a:solidFill>
            <a:srgbClr val="6B0000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9976" y="3291840"/>
            <a:ext cx="124358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WDBC数据集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840480"/>
            <a:ext cx="5669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3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谭鹏飞</a:t>
            </a:r>
            <a:r>
              <a:rPr lang="en-US" sz="13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　　学号：2023218584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4187952"/>
            <a:ext cx="5669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9F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日期：2026年6月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0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CONTENTS　目录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78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1024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2412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4712" y="1024128"/>
            <a:ext cx="3145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研究背景与数据集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WDBC数据集介绍 | 乳腺癌诊断背景 | 数据特征分析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2395728"/>
            <a:ext cx="822960" cy="36576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229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024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2412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13832" y="1024128"/>
            <a:ext cx="3145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B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随机森林算法原理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7490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集成学习理论 | Bagging机制 | 超参数设计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2395728"/>
            <a:ext cx="822960" cy="3657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889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C112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299008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99008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24712" y="2990088"/>
            <a:ext cx="3145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112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实验流程与结果分析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37490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数据预处理 | 模型训练 | 可视化分析 | 特征重要性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" y="4361688"/>
            <a:ext cx="822960" cy="36576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7889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3752" y="299008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2990088"/>
            <a:ext cx="530352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13832" y="2990088"/>
            <a:ext cx="31455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多方法对比与总结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92040" y="3657600"/>
            <a:ext cx="374904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六分类器对比 | 与ANN对比 | 研究结论 | 改进方向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73752" y="4361688"/>
            <a:ext cx="8229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097280"/>
            <a:ext cx="31089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780000">
                    <a:alpha val="8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3840480" y="137160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874520"/>
            <a:ext cx="5029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研究背景与数据集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840480" y="2724912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0D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Research Background &amp;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3246120"/>
            <a:ext cx="3200400" cy="4572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42900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探索威斯康星乳腺癌数据集的统计特征，建立准确的良恶性肿瘤分类模型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研究背景与动机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5720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502920" cy="1207008"/>
          </a:xfrm>
          <a:prstGeom prst="roundRect">
            <a:avLst>
              <a:gd name="adj" fmla="val 18182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502920" cy="1207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79552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医学背景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124712"/>
            <a:ext cx="3822192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乳腺癌是女性最常见的恶性肿瘤之一。早期诊断可将5年生存率提升至98%以上，而晚期仅约27%。机器学习辅助诊断系统能显著提高诊断效率与准确率。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45720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29968"/>
            <a:ext cx="502920" cy="1207008"/>
          </a:xfrm>
          <a:prstGeom prst="roundRect">
            <a:avLst>
              <a:gd name="adj" fmla="val 18182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29968"/>
            <a:ext cx="502920" cy="1207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6112" y="2139696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数据集来源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2468880"/>
            <a:ext cx="3822192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威斯康星大学医院（1992）从活体细针穿刺（FNA）数字化图像中提取569例患者的细胞核特征，该数据集已成为分类算法的标准测试基准。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374136"/>
            <a:ext cx="457200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374136"/>
            <a:ext cx="502920" cy="1207008"/>
          </a:xfrm>
          <a:prstGeom prst="roundRect">
            <a:avLst>
              <a:gd name="adj" fmla="val 18182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74136"/>
            <a:ext cx="502920" cy="12070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3483864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研究目标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3813048"/>
            <a:ext cx="3822192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基于30个形态学特征，构建随机森林分类模型，实现良恶性肿瘤的高精度自动判别，并与神经网络等方法进行系统比较。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74920" y="685800"/>
            <a:ext cx="3794760" cy="397764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749808"/>
            <a:ext cx="3429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样本类别分布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pic>
        <p:nvPicPr>
          <p:cNvPr id="25" name="Picture 24" descr="clas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143000"/>
            <a:ext cx="3611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WDBC 数据集介绍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011680" cy="1024128"/>
          </a:xfrm>
          <a:prstGeom prst="roundRect">
            <a:avLst>
              <a:gd name="adj" fmla="val 8929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569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20700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样本总数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357良性 + 212恶性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658368"/>
            <a:ext cx="2011680" cy="1024128"/>
          </a:xfrm>
          <a:prstGeom prst="roundRect">
            <a:avLst>
              <a:gd name="adj" fmla="val 8929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731520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120700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特征维度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23160" y="1463040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10种形态特征×3类统计量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658368"/>
            <a:ext cx="2011680" cy="1024128"/>
          </a:xfrm>
          <a:prstGeom prst="roundRect">
            <a:avLst>
              <a:gd name="adj" fmla="val 8929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31520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572000" y="120700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分类类别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1463040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B（良性）/ M（恶性）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658368"/>
            <a:ext cx="2011680" cy="1024128"/>
          </a:xfrm>
          <a:prstGeom prst="roundRect">
            <a:avLst>
              <a:gd name="adj" fmla="val 8929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731520"/>
            <a:ext cx="20116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1207008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缺失值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1463040"/>
            <a:ext cx="20116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数据完整，无需填充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810512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87452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特征分类说明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2212848"/>
            <a:ext cx="4754880" cy="36576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2304288"/>
            <a:ext cx="4828032" cy="475488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340864"/>
            <a:ext cx="1737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统计类型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176272" y="2340864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15968" y="2340864"/>
            <a:ext cx="731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2825496"/>
            <a:ext cx="48280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862072"/>
            <a:ext cx="1737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_mean（均值）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176272" y="2862072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细胞核特征的平均值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15968" y="2862072"/>
            <a:ext cx="731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7472" y="3346704"/>
            <a:ext cx="4828032" cy="475488"/>
          </a:xfrm>
          <a:prstGeom prst="rect">
            <a:avLst/>
          </a:prstGeom>
          <a:solidFill>
            <a:srgbClr val="F9F9F9"/>
          </a:solidFill>
          <a:ln w="12700">
            <a:solidFill>
              <a:srgbClr val="F9F9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383280"/>
            <a:ext cx="1737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_se（标准误差）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176272" y="3383280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细胞核特征的标准误差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315968" y="3383280"/>
            <a:ext cx="731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7472" y="3867912"/>
            <a:ext cx="48280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904488"/>
            <a:ext cx="173736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_worst（最差值）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176272" y="3904488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最大3个值的均值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315968" y="3904488"/>
            <a:ext cx="7315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1480" y="338328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10种核心形态特征：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11480" y="3675888"/>
            <a:ext cx="47548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radius（半径）、texture（纹理）、perimeter（周长）、area（面积）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smoothness（平滑度）、compactness（紧凑性）、concavity（凹陷度）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concave_points（凹点数）、symmetry（对称性）、fractal_dimension（分形维数）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0" y="1810512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187452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特征相关性热力图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pic>
        <p:nvPicPr>
          <p:cNvPr id="47" name="Picture 46" descr="correlation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212848"/>
            <a:ext cx="324612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2233"/>
          </a:solidFill>
          <a:ln w="12700">
            <a:solidFill>
              <a:srgbClr val="0022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1005840"/>
            <a:ext cx="329184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02233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560320"/>
          </a:xfrm>
          <a:prstGeom prst="ellipse">
            <a:avLst/>
          </a:prstGeom>
          <a:solidFill>
            <a:srgbClr val="003560"/>
          </a:solidFill>
          <a:ln w="25400">
            <a:solidFill>
              <a:srgbClr val="E09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>
                    <a:alpha val="85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3840480" y="137160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182880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随机森林算法原理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840480" y="2724912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AC8E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Random Forest Algorithm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0" y="3246120"/>
            <a:ext cx="3200400" cy="4572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40156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AAC8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集成学习 · Bagging策略 · 随机特征选择 · 多数投票决策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随机森林算法原理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6400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640080"/>
            <a:ext cx="2194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训练数据集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(569 × 30)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548640" cy="5486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640080"/>
            <a:ext cx="548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Bootstrap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有放回采样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27248" y="64008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640080"/>
            <a:ext cx="1371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 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随机特征子集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9232" y="941832"/>
            <a:ext cx="109728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508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DEBD0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50876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1A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预测：B/M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728" y="64008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640080"/>
            <a:ext cx="1371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 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随机特征子集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53712" y="941832"/>
            <a:ext cx="109728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1728" y="1508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DEBD0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150876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052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预测：M/B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64008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640080"/>
            <a:ext cx="1371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 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随机特征子集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08192" y="941832"/>
            <a:ext cx="109728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1508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FDEBD0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50876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3A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预测：B/M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2103120"/>
            <a:ext cx="1554480" cy="502920"/>
          </a:xfrm>
          <a:prstGeom prst="roundRect">
            <a:avLst>
              <a:gd name="adj" fmla="val 18182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60520" y="210312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多数投票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794760" y="27889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278892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最终分类结果 B / 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863840" y="64008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640080"/>
            <a:ext cx="960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" y="352044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Bagging（自助聚合）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74320" y="376732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对原始数据集进行有放回随机抽样，生成n_estimators个子训练集，每棵树独立训练，降低模型方差，有效防止过拟合。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863840" y="1801368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801368"/>
            <a:ext cx="960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02336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随机特征选择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74320" y="427024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每次节点分裂时从全部30个特征中随机选取 sqrt(30)≈5 个特征，使各决策树相互独立，增强多样性，提升泛化能力。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63840" y="2962656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2962656"/>
            <a:ext cx="9601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投票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投票集成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分类任务采用多数投票（Majority Voting）：各决策树独立预测后，票数最多的类别为最终结果，结合软投票可输出置信概率。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401568"/>
            <a:ext cx="859536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0" y="1005840"/>
            <a:ext cx="32004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780000">
                    <a:alpha val="8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实验流程与结果分析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DF0D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Experiment &amp; Results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3200400" cy="4572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数据预处理 → 特征标准化 → 模型训练 → 超参数调优 → 可视化评估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数据预处理与探索性分析（EDA）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393192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94944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预处理流程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1060704"/>
            <a:ext cx="182880" cy="18288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033272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删除无关列（ID编号）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362456"/>
            <a:ext cx="182880" cy="18288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335024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标签编码：M→1, B→0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664208"/>
            <a:ext cx="182880" cy="18288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636776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标准化：StandardScaler (z-score)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1965960"/>
            <a:ext cx="182880" cy="18288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938528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分层抽样：80% 训练 / 20% 测试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267712"/>
            <a:ext cx="182880" cy="18288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240280"/>
            <a:ext cx="3383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检验集比例：恶性 19.3% / 良性 80.7%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78892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52928"/>
            <a:ext cx="3657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数据预处理代码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108960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 = pd.read_csv('wdbc.data', header=None)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270809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df.columns = ['id','diagnosis'] + features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432658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df.drop('id', axis=1, inplace=True)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594506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df['diagnosis'] = (df['diagnosis']=='M')*1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756355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= df.drop('diagnosis', axis=1)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3918204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 = df['diagnosis']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080053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scaler = StandardScaler()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4241902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X_scaled = scaler.fit_transform(X)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4403750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X_tr,X_te,y_tr,y_te = train_test_split(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" y="4565599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X_scaled,y, test_size=0.2,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4048" y="4727448"/>
            <a:ext cx="374904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stratify=y, random_state=42)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70832" y="640080"/>
            <a:ext cx="44805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694944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特征箱线图（恶性 vs 良性）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70832" y="2788920"/>
            <a:ext cx="44805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80560" y="2852928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特征小提琴图（分布形态分析）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200" dirty="0"/>
          </a:p>
        </p:txBody>
      </p:sp>
      <p:pic>
        <p:nvPicPr>
          <p:cNvPr id="38" name="Picture 37" descr="boxplot_featu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005840"/>
            <a:ext cx="4343400" cy="1600200"/>
          </a:xfrm>
          <a:prstGeom prst="rect">
            <a:avLst/>
          </a:prstGeom>
        </p:spPr>
      </p:pic>
      <p:pic>
        <p:nvPicPr>
          <p:cNvPr id="39" name="Picture 38" descr="violin_featu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154680"/>
            <a:ext cx="434340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模型训练与超参数调优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663440" cy="4297680"/>
          </a:xfrm>
          <a:prstGeom prst="roundRect">
            <a:avLst>
              <a:gd name="adj" fmla="val 2128"/>
            </a:avLst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40080"/>
            <a:ext cx="4663440" cy="320040"/>
          </a:xfrm>
          <a:prstGeom prst="roundRect">
            <a:avLst>
              <a:gd name="adj" fmla="val 28571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58368"/>
            <a:ext cx="4297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random_forest_classifier.py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基础随机森林模型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384048" y="1147572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 = RandomForestClassifier(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384048" y="1289304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n_estimators=100,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384048" y="1431036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random_state=42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384048" y="1572768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84048" y="1714500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rf.fit(X_train, y_train)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384048" y="1856232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84048" y="1997964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网格搜索超参数调优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384048" y="2139696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param_grid = {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384048" y="2281428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'n_estimators': [50,100,200],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384048" y="2423160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'max_depth': [None, 5, 10, 20],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84048" y="2564892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'min_samples_split': [2, 5, 10],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CE917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'max_features': ['sqrt','log2']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84048" y="2848356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384048" y="2990088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grid = GridSearchCV(rf, param_grid,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" y="3131820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cv=5, scoring='roc_auc',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384048" y="3273552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n_jobs=-1)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84048" y="3415284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grid.fit(X_train, y_train)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384048" y="3557016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best_rf = grid.best_estimator_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84048" y="3698748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" y="3840480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3. 最优参数（实验结果）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384048" y="3982212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n_estimators=200, max_depth=None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384048" y="4123944"/>
            <a:ext cx="4462272" cy="1463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3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max_features='sqrt'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102352" y="6400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2080" y="749808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749808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49440" y="749808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9F3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最优：200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1115568"/>
            <a:ext cx="34930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决策树数量，越大越稳定，但训练时间增加，实验最优值200棵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02352" y="1673352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178308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178308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1783080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9F3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最优：None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0368" y="2148840"/>
            <a:ext cx="34930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树最大深度，None表示不限制，充分利用特征区分能力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02352" y="2706624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2816352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81635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max_features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49440" y="2816352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9F3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最优：sqrt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3182112"/>
            <a:ext cx="34930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节点分裂时选取 sqrt(30)≈5 个随机特征，增强多样性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102352" y="3739896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12080" y="3849624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3849624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min_samples_split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949440" y="3849624"/>
            <a:ext cx="1783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9F3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最优：2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30368" y="4215384"/>
            <a:ext cx="34930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节点最小分裂样本数，控制树生长粒度，防止噪声节点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模型评估结果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2029968" cy="868680"/>
          </a:xfrm>
          <a:prstGeom prst="roundRect">
            <a:avLst>
              <a:gd name="adj" fmla="val 10526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68580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97.37%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56032" y="1143000"/>
            <a:ext cx="20299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准确率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640080"/>
            <a:ext cx="2029968" cy="868680"/>
          </a:xfrm>
          <a:prstGeom prst="roundRect">
            <a:avLst>
              <a:gd name="adj" fmla="val 10526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68580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0.9929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143000"/>
            <a:ext cx="20299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AUC-ROC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90288" y="640080"/>
            <a:ext cx="2029968" cy="868680"/>
          </a:xfrm>
          <a:prstGeom prst="roundRect">
            <a:avLst>
              <a:gd name="adj" fmla="val 10526"/>
            </a:avLst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68580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95.83%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90288" y="1143000"/>
            <a:ext cx="20299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精确率 Precision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57416" y="640080"/>
            <a:ext cx="2029968" cy="868680"/>
          </a:xfrm>
          <a:prstGeom prst="roundRect">
            <a:avLst>
              <a:gd name="adj" fmla="val 10526"/>
            </a:avLst>
          </a:prstGeom>
          <a:solidFill>
            <a:srgbClr val="6B3A2A"/>
          </a:solidFill>
          <a:ln w="12700">
            <a:solidFill>
              <a:srgbClr val="6B3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685800"/>
            <a:ext cx="20299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9F3E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97.87%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57416" y="1143000"/>
            <a:ext cx="202996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5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召回率 Recall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6459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719072"/>
            <a:ext cx="3749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53712" y="1645920"/>
            <a:ext cx="4315968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1719072"/>
            <a:ext cx="40233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 曲线 &amp; PR 曲线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000" dirty="0"/>
          </a:p>
        </p:txBody>
      </p:sp>
      <p:pic>
        <p:nvPicPr>
          <p:cNvPr id="25" name="Picture 24" descr="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066544"/>
            <a:ext cx="3913632" cy="2697480"/>
          </a:xfrm>
          <a:prstGeom prst="rect">
            <a:avLst/>
          </a:prstGeom>
        </p:spPr>
      </p:pic>
      <p:pic>
        <p:nvPicPr>
          <p:cNvPr id="26" name="Picture 25" descr="roc_pr_curv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066544"/>
            <a:ext cx="416052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特征重要性分析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13232"/>
            <a:ext cx="47548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 15 特征重要性排名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68112" y="64008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96128" y="713232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 5 关键诊断特征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96128" y="1078992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96128" y="1078992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07024" y="1078992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concave_points_worst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0" y="1078992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0.152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96128" y="1344168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1344168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07024" y="1344168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area_worst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1344168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0.141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596128" y="1609344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1609344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07024" y="1609344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perimeter_worst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1609344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0.128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96128" y="1874520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96128" y="1874520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07024" y="1874520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radius_worst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1874520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0.112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596128" y="2139696"/>
            <a:ext cx="256032" cy="219456"/>
          </a:xfrm>
          <a:prstGeom prst="roundRect">
            <a:avLst>
              <a:gd name="adj" fmla="val 16667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96128" y="2139696"/>
            <a:ext cx="25603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07024" y="2139696"/>
            <a:ext cx="22860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concave_points_mean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0" y="2139696"/>
            <a:ext cx="594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0.098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68112" y="2633472"/>
            <a:ext cx="3401568" cy="2167128"/>
          </a:xfrm>
          <a:prstGeom prst="roundRect">
            <a:avLst>
              <a:gd name="adj" fmla="val 421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96128" y="2706624"/>
            <a:ext cx="31089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分析结论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596128" y="3127248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97296" y="3081528"/>
            <a:ext cx="29992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worst类特征（最大3个细胞核均值）贡献了约43%的总重要性，是区分良恶性的核心维度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596128" y="3511296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97296" y="3465576"/>
            <a:ext cx="29992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凹陷性相关特征（concavity/concave_points）高度相关，提示恶性细胞边界不规则性更高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596128" y="3895344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97296" y="3849624"/>
            <a:ext cx="29992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面积、半径、周长等形态特征高度相关（r&gt;0.98），但随机森林通过特征选择自动处理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596128" y="4279392"/>
            <a:ext cx="146304" cy="146304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797296" y="4233672"/>
            <a:ext cx="29992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分形维数（fractal_dimension）重要性最低，其在两类间差异不显著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000" dirty="0"/>
          </a:p>
        </p:txBody>
      </p:sp>
      <p:pic>
        <p:nvPicPr>
          <p:cNvPr id="42" name="Picture 41" descr="feature_importance_top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051560"/>
            <a:ext cx="48920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交叉验证与学习曲线分析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13232"/>
            <a:ext cx="3840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5折交叉验证（AUC分布）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53712" y="640080"/>
            <a:ext cx="43159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713232"/>
            <a:ext cx="40233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学习曲线（训练量 vs 性能）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56032" y="3703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1E1E1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4048" y="3785616"/>
            <a:ext cx="39136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5折交叉验证 AUC评估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384048" y="3968496"/>
            <a:ext cx="39136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cv_scores = cross_val_score(</a:t>
            </a:r>
            <a:endParaRPr lang="en-US" sz="980" dirty="0"/>
          </a:p>
        </p:txBody>
      </p:sp>
      <p:sp>
        <p:nvSpPr>
          <p:cNvPr id="14" name="Text 10"/>
          <p:cNvSpPr/>
          <p:nvPr/>
        </p:nvSpPr>
        <p:spPr>
          <a:xfrm>
            <a:off x="384048" y="4151376"/>
            <a:ext cx="39136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best_rf, X_train, y_train,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384048" y="4334256"/>
            <a:ext cx="39136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D4D4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cv=5, scoring='roc_auc')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384048" y="4517136"/>
            <a:ext cx="391363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8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均值: 0.9889  标准差: ±0.0048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4553712" y="3703320"/>
            <a:ext cx="4315968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3767328"/>
            <a:ext cx="4023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稳定性分析结论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663440" y="4114800"/>
            <a:ext cx="54864" cy="14630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73168" y="4096512"/>
            <a:ext cx="40050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5折CV AUC均值0.9889，标准差仅±0.0048，模型高度稳定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663440" y="4325112"/>
            <a:ext cx="54864" cy="14630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73168" y="4306824"/>
            <a:ext cx="40050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学习曲线显示：约400样本后训练/验证曲线收敛，无明显过拟合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63440" y="4535424"/>
            <a:ext cx="54864" cy="14630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73168" y="4517136"/>
            <a:ext cx="4005072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随样本量增加验证集性能持续提升，模型泛化能力良好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</a:t>
            </a:r>
            <a:endParaRPr lang="en-US" sz="1000" dirty="0"/>
          </a:p>
        </p:txBody>
      </p:sp>
      <p:pic>
        <p:nvPicPr>
          <p:cNvPr id="27" name="Picture 26" descr="cross_valid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051560"/>
            <a:ext cx="3977640" cy="2423160"/>
          </a:xfrm>
          <a:prstGeom prst="rect">
            <a:avLst/>
          </a:prstGeom>
        </p:spPr>
      </p:pic>
      <p:pic>
        <p:nvPicPr>
          <p:cNvPr id="28" name="Picture 27" descr="learning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051560"/>
            <a:ext cx="416052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2D2D4A"/>
          </a:solidFill>
          <a:ln w="19050">
            <a:solidFill>
              <a:srgbClr val="E09F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005840"/>
            <a:ext cx="2103120" cy="2103120"/>
          </a:xfrm>
          <a:prstGeom prst="ellipse">
            <a:avLst/>
          </a:prstGeom>
          <a:solidFill>
            <a:srgbClr val="3A3A5C"/>
          </a:solidFill>
          <a:ln w="9525">
            <a:solidFill>
              <a:srgbClr val="E09F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280160"/>
            <a:ext cx="25603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09F3E">
                    <a:alpha val="90000"/>
                  </a:srgbClr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09F3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04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760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多方法对比与总结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5760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A8C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Multi-Method Comparison &amp; Summary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3200400" cy="4572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83280"/>
            <a:ext cx="5760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8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 vs ANN vs SVM vs 逻辑回归 vs KNN vs 决策树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六分类器性能对比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13232"/>
            <a:ext cx="4572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多分类器 ROC 曲线对比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85232" y="64008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4960" y="713232"/>
            <a:ext cx="3346704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各分类器性能汇总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376672" y="1078992"/>
            <a:ext cx="3401568" cy="27432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0" y="109728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分类器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39128" y="109728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准确率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18120" y="109728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76672" y="1376172"/>
            <a:ext cx="3401568" cy="27432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139446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随机森林★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39128" y="139446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97.37%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18120" y="139446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8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0.9929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376672" y="1673352"/>
            <a:ext cx="3401568" cy="2743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94960" y="169164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39128" y="169164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97.37%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818120" y="169164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0.9967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76672" y="1970532"/>
            <a:ext cx="34015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94960" y="198882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逻辑回归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739128" y="198882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96.49%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818120" y="198882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0.9963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376672" y="2267712"/>
            <a:ext cx="3401568" cy="2743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94960" y="228600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739128" y="228600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95.61%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818120" y="228600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0.9882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376672" y="2564892"/>
            <a:ext cx="34015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94960" y="258318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739128" y="258318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91.23%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818120" y="258318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0.9058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376672" y="2862072"/>
            <a:ext cx="3401568" cy="2743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94960" y="2880360"/>
            <a:ext cx="13258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ANN（组员）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739128" y="2880360"/>
            <a:ext cx="10515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97.00%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7818120" y="2880360"/>
            <a:ext cx="1005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0.990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285232" y="3364992"/>
            <a:ext cx="3584448" cy="1435608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94960" y="3438144"/>
            <a:ext cx="33467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对比分析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5394960" y="3785616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577840" y="3758184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随机森林与SVM准确率并列第一(97.37%)，但RF训练更快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394960" y="4023360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77840" y="3995928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ANN精度相近，但训练开销远高于RF（需GPU/更多迭代）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394960" y="4261104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577840" y="4233672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决策树单树AUC仅0.906，集成后大幅提升至0.993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394960" y="4498848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77840" y="4471416"/>
            <a:ext cx="3200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RF可解释性最强：内置特征重要性，ANN则黑盒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</a:t>
            </a:r>
            <a:endParaRPr lang="en-US" sz="1000" dirty="0"/>
          </a:p>
        </p:txBody>
      </p:sp>
      <p:pic>
        <p:nvPicPr>
          <p:cNvPr id="50" name="Picture 49" descr="multimodel_r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051560"/>
            <a:ext cx="4700016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PCA 降维可视化分析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1148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13232"/>
            <a:ext cx="38404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PC1 vs PC2 二维可视化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53712" y="640080"/>
            <a:ext cx="4315968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713232"/>
            <a:ext cx="40233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PCA 累计方差解释率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256032" y="3657600"/>
            <a:ext cx="8613648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4048" y="3730752"/>
            <a:ext cx="8321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PCA 可视化分析结论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84048" y="4078224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4050792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PC1+PC2 累计方差解释率约为 63.4%，前10个主成分可达 95% 以上的方差信息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84048" y="4334256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4306824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在二维PCA空间中，良性(B)与恶性(M)样本呈现明显的线性可分趋势，验证了特征具有高区分度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81728" y="4078224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64608" y="4050792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仍有部分样本在边界区域重叠，提示需要使用高维特征全量进行分类，而非仅靠2个主成分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81728" y="4334256"/>
            <a:ext cx="128016" cy="128016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64608" y="4306824"/>
            <a:ext cx="4114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可视化结果支持随机森林在全30维特征空间上的优秀分类性能（AUC=0.9929）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</a:t>
            </a:r>
            <a:endParaRPr lang="en-US" sz="1000" dirty="0"/>
          </a:p>
        </p:txBody>
      </p:sp>
      <p:pic>
        <p:nvPicPr>
          <p:cNvPr id="23" name="Picture 22" descr="pca_visualiz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051560"/>
            <a:ext cx="3977640" cy="2377440"/>
          </a:xfrm>
          <a:prstGeom prst="rect">
            <a:avLst/>
          </a:prstGeom>
        </p:spPr>
      </p:pic>
      <p:pic>
        <p:nvPicPr>
          <p:cNvPr id="24" name="Picture 23" descr="pca_vari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051560"/>
            <a:ext cx="4160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研究总结与展望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64008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64008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40080"/>
            <a:ext cx="3886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主要研究成果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15568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133856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高精度分类模型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1463040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随机森林在WDBC数据集上达到97.37%准确率、AUC=0.9929，整体性能优异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1874520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74520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完整EDA与可视化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2221992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完成14张可视化图表，涵盖分布、相关性、混淆矩阵、ROC曲线、特征重要性等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263347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33472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651760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超参数系统优化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" y="2980944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通过GridSearchCV 5折交叉验证找到最优参数组合，CV AUC均值0.9889±0.0048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392424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392424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410712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六分类器横向对比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" y="3739896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与SVM/LR/KNN/决策树/ANN进行全面比较，证明随机森林兼具高精度与可解释性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4151376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151376"/>
            <a:ext cx="38404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4169664"/>
            <a:ext cx="3429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8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特征重要性挖掘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4048" y="4498848"/>
            <a:ext cx="3886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识别出 concave_points_worst 等top5关键特征，为临床辅助决策提供参考依据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90288" y="640080"/>
            <a:ext cx="42793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0288" y="640080"/>
            <a:ext cx="4279392" cy="384048"/>
          </a:xfrm>
          <a:prstGeom prst="roundRect">
            <a:avLst>
              <a:gd name="adj" fmla="val 23810"/>
            </a:avLst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64008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未来改进方向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18304" y="1115568"/>
            <a:ext cx="54864" cy="20116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088136"/>
            <a:ext cx="3950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SHAP 值进行每样本级别的特征贡献解释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18304" y="1444752"/>
            <a:ext cx="54864" cy="20116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417320"/>
            <a:ext cx="3950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结合集成学习 Stacking/Boosting (XGBoost/LightGBM)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18304" y="1773936"/>
            <a:ext cx="54864" cy="20116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1746504"/>
            <a:ext cx="3950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尝试多模态数据（影像+基因）联合诊断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18304" y="2103120"/>
            <a:ext cx="54864" cy="20116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075688"/>
            <a:ext cx="3950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面向临床部署：构建 REST API 实时预测服务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18304" y="2432304"/>
            <a:ext cx="54864" cy="201168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2404872"/>
            <a:ext cx="395020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探索主动学习以减少标注样本需求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90288" y="3145536"/>
            <a:ext cx="4279392" cy="1655064"/>
          </a:xfrm>
          <a:prstGeom prst="roundRect">
            <a:avLst>
              <a:gd name="adj" fmla="val 5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90288" y="3145536"/>
            <a:ext cx="4279392" cy="384048"/>
          </a:xfrm>
          <a:prstGeom prst="roundRect">
            <a:avLst>
              <a:gd name="adj" fmla="val 23810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3145536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学习心得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18304" y="3602736"/>
            <a:ext cx="4041648" cy="11155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本次实验，深入掌握了随机森林算法的核心机制——从Bootstrap采样、随机特征选择到多数投票集成，理解了"群体智慧"相比单模型的优势。实践中对数据预处理、模型评估指标（AUC/F1/混淆矩阵）和可视化有了全面认识。多方法横向比较让我直观感受到不同算法在精度、速度和可解释性维度的差异，为今后选择合适工具打下扎实基础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80000"/>
          </a:solidFill>
          <a:ln w="12700">
            <a:solidFill>
              <a:srgbClr val="78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2286000"/>
            <a:ext cx="3657600" cy="3657600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3200400"/>
            <a:ext cx="1371600" cy="1371600"/>
          </a:xfrm>
          <a:prstGeom prst="ellipse">
            <a:avLst/>
          </a:prstGeom>
          <a:solidFill>
            <a:srgbClr val="E09F3E">
              <a:alpha val="40000"/>
            </a:srgbClr>
          </a:solidFill>
          <a:ln w="19050">
            <a:solidFill>
              <a:srgbClr val="E09F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234440"/>
            <a:ext cx="6400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09F3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 &amp; Q&amp;A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2880360"/>
            <a:ext cx="2743200" cy="45720"/>
          </a:xfrm>
          <a:prstGeom prst="rect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035808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敬请各位老师批评指正！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9F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汇报人：（请填写姓名）  |  学号：（请填写学号）  |  合肥工业大学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041648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DF0D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机器学习课程大作业  |  2026年6月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北大红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5052</Words>
  <Application>WPS 演示</Application>
  <PresentationFormat>On-screen Show (16:9)</PresentationFormat>
  <Paragraphs>647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7" baseType="lpstr">
      <vt:lpstr>Arial</vt:lpstr>
      <vt:lpstr>宋体</vt:lpstr>
      <vt:lpstr>Wingdings</vt:lpstr>
      <vt:lpstr>Arial Black</vt:lpstr>
      <vt:lpstr>Arial Black</vt:lpstr>
      <vt:lpstr>Arial Black</vt:lpstr>
      <vt:lpstr>微软雅黑</vt:lpstr>
      <vt:lpstr>微软雅黑</vt:lpstr>
      <vt:lpstr>Georgia</vt:lpstr>
      <vt:lpstr>Georgia</vt:lpstr>
      <vt:lpstr>Georgia</vt:lpstr>
      <vt:lpstr>Arial</vt:lpstr>
      <vt:lpstr>Arial</vt:lpstr>
      <vt:lpstr>Consolas</vt:lpstr>
      <vt:lpstr>Consolas</vt:lpstr>
      <vt:lpstr>Consolas</vt:lpstr>
      <vt:lpstr>Calibri</vt:lpstr>
      <vt:lpstr>Arial Unicode MS</vt:lpstr>
      <vt:lpstr>等线</vt:lpstr>
      <vt:lpstr>黑体</vt:lpstr>
      <vt:lpstr>微软雅黑 Light</vt:lpstr>
      <vt:lpstr>Times New Roman</vt:lpstr>
      <vt:lpstr>Segoe UI</vt:lpstr>
      <vt:lpstr>Calibri</vt:lpstr>
      <vt:lpstr>方正舒体</vt:lpstr>
      <vt:lpstr>Office Theme</vt:lpstr>
      <vt:lpstr>Office 主题​​</vt:lpstr>
      <vt:lpstr> ***************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谭鹏飞</cp:lastModifiedBy>
  <cp:revision>2</cp:revision>
  <dcterms:created xsi:type="dcterms:W3CDTF">2026-06-11T05:10:00Z</dcterms:created>
  <dcterms:modified xsi:type="dcterms:W3CDTF">2026-06-11T05:17:29Z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E41862C58D3E4118BF58E92272C35D67_12</vt:lpwstr>
  </property>
</Properties>
</file>